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25" r:id="rId5"/>
    <p:sldId id="326" r:id="rId6"/>
    <p:sldId id="329" r:id="rId7"/>
    <p:sldId id="330" r:id="rId8"/>
    <p:sldId id="338" r:id="rId9"/>
    <p:sldId id="339" r:id="rId10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n-GB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205" autoAdjust="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2" d="100"/>
          <a:sy n="92" d="100"/>
        </p:scale>
        <p:origin x="364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n-GB" sz="1200"/>
            </a:lvl1pPr>
          </a:lstStyle>
          <a:p>
            <a:pPr rtl="0"/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n-GB" sz="1200"/>
            </a:lvl1pPr>
          </a:lstStyle>
          <a:p>
            <a:pPr rtl="0"/>
            <a:fld id="{7FF95820-84BB-3447-8286-60A51307E7F2}" type="datetimeFigureOut">
              <a:rPr lang="en-GB" smtClean="0"/>
              <a:t>09/05/2025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n-GB" sz="1200"/>
            </a:lvl1pPr>
          </a:lstStyle>
          <a:p>
            <a:pPr rtl="0"/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GB" sz="1200"/>
            </a:lvl1pPr>
          </a:lstStyle>
          <a:p>
            <a:pPr rtl="0"/>
            <a:fld id="{0E476440-F66F-F947-8EFC-EA5202ACFD2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n-GB" sz="1200"/>
            </a:lvl1pPr>
          </a:lstStyle>
          <a:p>
            <a:pPr rtl="0"/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n-GB" sz="1200"/>
            </a:lvl1pPr>
          </a:lstStyle>
          <a:p>
            <a:pPr rtl="0"/>
            <a:fld id="{FC08FC54-6AE4-6A4A-9756-823A0F1BE5A6}" type="datetimeFigureOut">
              <a:rPr lang="en-GB" smtClean="0"/>
              <a:t>09/05/2025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n-GB"/>
            </a:defPPr>
          </a:lstStyle>
          <a:p>
            <a:pPr rtl="0"/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n-GB"/>
            </a:defPPr>
          </a:lstStyle>
          <a:p>
            <a:pPr lvl="0" rtl="0"/>
            <a:r>
              <a:rPr lang="en-GB"/>
              <a:t>Click to edit Master text styles</a:t>
            </a:r>
          </a:p>
          <a:p>
            <a:pPr lvl="1" rtl="0"/>
            <a:r>
              <a:rPr lang="en-GB"/>
              <a:t>Second level</a:t>
            </a:r>
          </a:p>
          <a:p>
            <a:pPr lvl="2" rtl="0"/>
            <a:r>
              <a:rPr lang="en-GB"/>
              <a:t>Third level</a:t>
            </a:r>
          </a:p>
          <a:p>
            <a:pPr lvl="3" rtl="0"/>
            <a:r>
              <a:rPr lang="en-GB"/>
              <a:t>Fourth level</a:t>
            </a:r>
          </a:p>
          <a:p>
            <a:pPr lvl="4" rtl="0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n-GB" sz="1200"/>
            </a:lvl1pPr>
          </a:lstStyle>
          <a:p>
            <a:pPr rtl="0"/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GB" sz="1200"/>
            </a:lvl1pPr>
          </a:lstStyle>
          <a:p>
            <a:pPr rtl="0"/>
            <a:fld id="{6B79E9EB-07EB-9D44-9F5A-AB1FBECCDD8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482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78290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1967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6008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57174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979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1C745E-9B5A-59BF-BF50-4F251E39D58D}"/>
              </a:ext>
            </a:extLst>
          </p:cNvPr>
          <p:cNvSpPr/>
          <p:nvPr userDrawn="1"/>
        </p:nvSpPr>
        <p:spPr>
          <a:xfrm>
            <a:off x="304800" y="266701"/>
            <a:ext cx="11582400" cy="63245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</a:lstStyle>
          <a:p>
            <a:pPr algn="ctr" rtl="0"/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 rtlCol="0"/>
          <a:lstStyle>
            <a:lvl1pPr marL="0" indent="0" algn="ctr">
              <a:buNone/>
              <a:defRPr lang="en-GB" sz="2400" cap="all" baseline="0"/>
            </a:lvl1pPr>
            <a:lvl2pPr marL="457200" indent="0" algn="ctr">
              <a:buNone/>
              <a:defRPr lang="en-GB" sz="2000"/>
            </a:lvl2pPr>
            <a:lvl3pPr marL="914400" indent="0" algn="ctr">
              <a:buNone/>
              <a:defRPr lang="en-GB" sz="1800"/>
            </a:lvl3pPr>
            <a:lvl4pPr marL="1371600" indent="0" algn="ctr">
              <a:buNone/>
              <a:defRPr lang="en-GB" sz="1600"/>
            </a:lvl4pPr>
            <a:lvl5pPr marL="1828800" indent="0" algn="ctr">
              <a:buNone/>
              <a:defRPr lang="en-GB" sz="1600"/>
            </a:lvl5pPr>
            <a:lvl6pPr marL="2286000" indent="0" algn="ctr">
              <a:buNone/>
              <a:defRPr lang="en-GB" sz="1600"/>
            </a:lvl6pPr>
            <a:lvl7pPr marL="2743200" indent="0" algn="ctr">
              <a:buNone/>
              <a:defRPr lang="en-GB" sz="1600"/>
            </a:lvl7pPr>
            <a:lvl8pPr marL="3200400" indent="0" algn="ctr">
              <a:buNone/>
              <a:defRPr lang="en-GB" sz="1600"/>
            </a:lvl8pPr>
            <a:lvl9pPr marL="3657600" indent="0" algn="ctr">
              <a:buNone/>
              <a:defRPr lang="en-GB" sz="1600"/>
            </a:lvl9pPr>
          </a:lstStyle>
          <a:p>
            <a:pPr rt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2B4A7EA-9E3F-9CE1-56B5-92F4FDDA69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24100" y="758952"/>
            <a:ext cx="7543800" cy="5029200"/>
          </a:xfrm>
          <a:custGeom>
            <a:avLst/>
            <a:gdLst>
              <a:gd name="connsiteX0" fmla="*/ 3567113 w 7543800"/>
              <a:gd name="connsiteY0" fmla="*/ 4869270 h 5029200"/>
              <a:gd name="connsiteX1" fmla="*/ 3567113 w 7543800"/>
              <a:gd name="connsiteY1" fmla="*/ 4957572 h 5029200"/>
              <a:gd name="connsiteX2" fmla="*/ 3976688 w 7543800"/>
              <a:gd name="connsiteY2" fmla="*/ 4957572 h 5029200"/>
              <a:gd name="connsiteX3" fmla="*/ 3976688 w 7543800"/>
              <a:gd name="connsiteY3" fmla="*/ 4869270 h 5029200"/>
              <a:gd name="connsiteX4" fmla="*/ 0 w 7543800"/>
              <a:gd name="connsiteY4" fmla="*/ 0 h 5029200"/>
              <a:gd name="connsiteX5" fmla="*/ 7543800 w 7543800"/>
              <a:gd name="connsiteY5" fmla="*/ 0 h 5029200"/>
              <a:gd name="connsiteX6" fmla="*/ 7543800 w 7543800"/>
              <a:gd name="connsiteY6" fmla="*/ 5029200 h 5029200"/>
              <a:gd name="connsiteX7" fmla="*/ 0 w 7543800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43800" h="5029200">
                <a:moveTo>
                  <a:pt x="3567113" y="4869270"/>
                </a:moveTo>
                <a:lnTo>
                  <a:pt x="3567113" y="4957572"/>
                </a:lnTo>
                <a:lnTo>
                  <a:pt x="3976688" y="4957572"/>
                </a:lnTo>
                <a:lnTo>
                  <a:pt x="3976688" y="4869270"/>
                </a:lnTo>
                <a:close/>
                <a:moveTo>
                  <a:pt x="0" y="0"/>
                </a:moveTo>
                <a:lnTo>
                  <a:pt x="7543800" y="0"/>
                </a:lnTo>
                <a:lnTo>
                  <a:pt x="7543800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 lang="en-GB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08960"/>
            <a:ext cx="10515600" cy="640080"/>
          </a:xfrm>
        </p:spPr>
        <p:txBody>
          <a:bodyPr rtlCol="0" anchor="ctr"/>
          <a:lstStyle>
            <a:lvl1pPr algn="ctr">
              <a:defRPr lang="en-GB" sz="6000" spc="300" baseline="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F70834-CB8D-A95B-D859-6E5B4C6B4F78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</a:lstStyle>
          <a:p>
            <a:pPr algn="ctr" rt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4B2501-78A9-E41B-7C2D-09F09ADDCB5E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</a:lstStyle>
          <a:p>
            <a:pPr algn="ctr" rtl="0"/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A0478E-A529-CF4E-CE5C-583ACA20D66C}"/>
              </a:ext>
            </a:extLst>
          </p:cNvPr>
          <p:cNvSpPr/>
          <p:nvPr userDrawn="1"/>
        </p:nvSpPr>
        <p:spPr>
          <a:xfrm>
            <a:off x="4462849" y="685800"/>
            <a:ext cx="7119551" cy="5486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</a:lstStyle>
          <a:p>
            <a:pPr algn="ctr" rtl="0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124712"/>
            <a:ext cx="3886200" cy="548640"/>
          </a:xfrm>
        </p:spPr>
        <p:txBody>
          <a:bodyPr rtlCol="0"/>
          <a:lstStyle>
            <a:lvl1pPr>
              <a:defRPr lang="en-GB" spc="300" baseline="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816352"/>
            <a:ext cx="3602736" cy="3364992"/>
          </a:xfrm>
        </p:spPr>
        <p:txBody>
          <a:bodyPr rtlCol="0"/>
          <a:lstStyle>
            <a:lvl1pPr marL="0" indent="0">
              <a:lnSpc>
                <a:spcPct val="150000"/>
              </a:lnSpc>
              <a:buNone/>
              <a:defRPr lang="en-GB" sz="2000" cap="all" spc="0" baseline="0"/>
            </a:lvl1pPr>
            <a:lvl2pPr marL="228600">
              <a:defRPr lang="en-GB" spc="0" baseline="0"/>
            </a:lvl2pPr>
            <a:lvl3pPr marL="457200">
              <a:defRPr lang="en-GB" spc="0" baseline="0"/>
            </a:lvl3pPr>
            <a:lvl4pPr marL="685800">
              <a:defRPr lang="en-GB" spc="0" baseline="0"/>
            </a:lvl4pPr>
            <a:lvl5pPr marL="1143000">
              <a:defRPr lang="en-GB" spc="0" baseline="0"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</a:lstStyle>
          <a:p>
            <a:pPr rtl="0"/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46904" y="1188720"/>
            <a:ext cx="6638544" cy="4480560"/>
          </a:xfrm>
          <a:noFill/>
        </p:spPr>
        <p:txBody>
          <a:bodyPr rtlCol="0" anchor="ctr"/>
          <a:lstStyle>
            <a:lvl1pPr marL="0" indent="0" algn="ctr">
              <a:buNone/>
              <a:defRPr lang="en-GB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92E47F-4E2C-B4B2-51F0-43D9D15C5A60}"/>
              </a:ext>
            </a:extLst>
          </p:cNvPr>
          <p:cNvCxnSpPr>
            <a:cxnSpLocks/>
          </p:cNvCxnSpPr>
          <p:nvPr userDrawn="1"/>
        </p:nvCxnSpPr>
        <p:spPr>
          <a:xfrm>
            <a:off x="1295400" y="205740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BA0478E-A529-CF4E-CE5C-583ACA20D66C}"/>
              </a:ext>
            </a:extLst>
          </p:cNvPr>
          <p:cNvSpPr/>
          <p:nvPr userDrawn="1"/>
        </p:nvSpPr>
        <p:spPr>
          <a:xfrm>
            <a:off x="3578352" y="0"/>
            <a:ext cx="861364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</a:lstStyle>
          <a:p>
            <a:pPr algn="ctr" rtl="0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9824" y="1124712"/>
            <a:ext cx="5760720" cy="548640"/>
          </a:xfrm>
        </p:spPr>
        <p:txBody>
          <a:bodyPr rtlCol="0"/>
          <a:lstStyle>
            <a:lvl1pPr>
              <a:defRPr lang="en-GB" spc="300" baseline="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9824" y="2889504"/>
            <a:ext cx="5760720" cy="3319272"/>
          </a:xfrm>
        </p:spPr>
        <p:txBody>
          <a:bodyPr rtlCol="0"/>
          <a:lstStyle>
            <a:lvl1pPr marL="0" indent="0">
              <a:lnSpc>
                <a:spcPct val="150000"/>
              </a:lnSpc>
              <a:buNone/>
              <a:defRPr lang="en-GB" sz="2000" cap="none" spc="0" baseline="0"/>
            </a:lvl1pPr>
            <a:lvl2pPr marL="228600">
              <a:defRPr lang="en-GB" spc="0" baseline="0"/>
            </a:lvl2pPr>
            <a:lvl3pPr marL="457200">
              <a:defRPr lang="en-GB" spc="0" baseline="0"/>
            </a:lvl3pPr>
            <a:lvl4pPr marL="685800">
              <a:defRPr lang="en-GB" spc="0" baseline="0"/>
            </a:lvl4pPr>
            <a:lvl5pPr marL="1143000">
              <a:defRPr lang="en-GB" spc="0" baseline="0"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</a:lstStyle>
          <a:p>
            <a:pPr rtl="0"/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 lang="en-GB">
                <a:solidFill>
                  <a:schemeClr val="bg1"/>
                </a:solidFill>
              </a:defRPr>
            </a:lvl1pPr>
          </a:lstStyle>
          <a:p>
            <a:pPr rtl="0"/>
            <a:fld id="{75DF2D63-3FF5-D547-96B9-BE9CCD1ABA5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 lang="en-GB">
                <a:solidFill>
                  <a:schemeClr val="bg1"/>
                </a:solidFill>
              </a:defRPr>
            </a:lvl1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  <a:noFill/>
        </p:spPr>
        <p:txBody>
          <a:bodyPr rtlCol="0" anchor="ctr"/>
          <a:lstStyle>
            <a:lvl1pPr marL="0" indent="0" algn="ctr">
              <a:buNone/>
              <a:defRPr lang="en-GB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36BAAC-D89F-682D-12A3-1C31F92F0FAF}"/>
              </a:ext>
            </a:extLst>
          </p:cNvPr>
          <p:cNvCxnSpPr>
            <a:cxnSpLocks/>
          </p:cNvCxnSpPr>
          <p:nvPr userDrawn="1"/>
        </p:nvCxnSpPr>
        <p:spPr>
          <a:xfrm>
            <a:off x="649224" y="2667000"/>
            <a:ext cx="0" cy="31242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F877625-E710-6DF2-3E49-374C6DD8DBC0}"/>
              </a:ext>
            </a:extLst>
          </p:cNvPr>
          <p:cNvCxnSpPr>
            <a:cxnSpLocks/>
          </p:cNvCxnSpPr>
          <p:nvPr userDrawn="1"/>
        </p:nvCxnSpPr>
        <p:spPr>
          <a:xfrm>
            <a:off x="5447344" y="205740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7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it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D0AC02C-19A4-4754-CC96-34357DEFF5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7048" y="1481328"/>
            <a:ext cx="9144000" cy="3886200"/>
          </a:xfrm>
          <a:custGeom>
            <a:avLst/>
            <a:gdLst>
              <a:gd name="connsiteX0" fmla="*/ 6521576 w 9144000"/>
              <a:gd name="connsiteY0" fmla="*/ 2811867 h 3886200"/>
              <a:gd name="connsiteX1" fmla="*/ 6521576 w 9144000"/>
              <a:gd name="connsiteY1" fmla="*/ 2900169 h 3886200"/>
              <a:gd name="connsiteX2" fmla="*/ 6931151 w 9144000"/>
              <a:gd name="connsiteY2" fmla="*/ 2900169 h 3886200"/>
              <a:gd name="connsiteX3" fmla="*/ 6931151 w 9144000"/>
              <a:gd name="connsiteY3" fmla="*/ 2811867 h 3886200"/>
              <a:gd name="connsiteX4" fmla="*/ 0 w 9144000"/>
              <a:gd name="connsiteY4" fmla="*/ 0 h 3886200"/>
              <a:gd name="connsiteX5" fmla="*/ 9144000 w 9144000"/>
              <a:gd name="connsiteY5" fmla="*/ 0 h 3886200"/>
              <a:gd name="connsiteX6" fmla="*/ 9144000 w 9144000"/>
              <a:gd name="connsiteY6" fmla="*/ 3886200 h 3886200"/>
              <a:gd name="connsiteX7" fmla="*/ 0 w 9144000"/>
              <a:gd name="connsiteY7" fmla="*/ 3886200 h 388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3886200">
                <a:moveTo>
                  <a:pt x="6521576" y="2811867"/>
                </a:moveTo>
                <a:lnTo>
                  <a:pt x="6521576" y="2900169"/>
                </a:lnTo>
                <a:lnTo>
                  <a:pt x="6931151" y="2900169"/>
                </a:lnTo>
                <a:lnTo>
                  <a:pt x="6931151" y="2811867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3886200"/>
                </a:lnTo>
                <a:lnTo>
                  <a:pt x="0" y="38862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defPPr>
              <a:defRPr lang="en-GB"/>
            </a:def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0636" y="3200400"/>
            <a:ext cx="8110728" cy="457200"/>
          </a:xfrm>
        </p:spPr>
        <p:txBody>
          <a:bodyPr rtlCol="0" anchor="ctr"/>
          <a:lstStyle>
            <a:lvl1pPr algn="ctr">
              <a:defRPr lang="en-GB" sz="4800" spc="300" baseline="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6720" y="4745736"/>
            <a:ext cx="1389888" cy="1280160"/>
          </a:xfrm>
        </p:spPr>
        <p:txBody>
          <a:bodyPr rtlCol="0"/>
          <a:lstStyle>
            <a:lvl1pPr marL="0" indent="0">
              <a:buNone/>
              <a:defRPr lang="en-GB"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lang="en-GB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en-GB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en-GB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en-GB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en-GB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en-GB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en-GB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en-GB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7004C-CFEF-6E88-A3C1-60FBC7F8CD13}"/>
              </a:ext>
            </a:extLst>
          </p:cNvPr>
          <p:cNvSpPr/>
          <p:nvPr userDrawn="1"/>
        </p:nvSpPr>
        <p:spPr>
          <a:xfrm>
            <a:off x="8048624" y="4293195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</a:lstStyle>
          <a:p>
            <a:pPr algn="ctr" rt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031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399" y="609600"/>
            <a:ext cx="10058400" cy="914400"/>
          </a:xfrm>
        </p:spPr>
        <p:txBody>
          <a:bodyPr rtlCol="0"/>
          <a:lstStyle>
            <a:lvl1pPr>
              <a:defRPr lang="en-GB" spc="30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855945"/>
            <a:ext cx="9820656" cy="4352544"/>
          </a:xfrm>
        </p:spPr>
        <p:txBody>
          <a:bodyPr rtlCol="0"/>
          <a:lstStyle>
            <a:lvl1pPr>
              <a:defRPr lang="en-GB" spc="0" baseline="0"/>
            </a:lvl1pPr>
            <a:lvl2pPr>
              <a:defRPr lang="en-GB" spc="0" baseline="0"/>
            </a:lvl2pPr>
            <a:lvl3pPr>
              <a:defRPr lang="en-GB" spc="0" baseline="0"/>
            </a:lvl3pPr>
            <a:lvl4pPr>
              <a:defRPr lang="en-GB" spc="0" baseline="0"/>
            </a:lvl4pPr>
            <a:lvl5pPr>
              <a:defRPr lang="en-GB" spc="0" baseline="0"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</a:lstStyle>
          <a:p>
            <a:pPr rtl="0"/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609600"/>
            <a:ext cx="9829800" cy="914400"/>
          </a:xfrm>
        </p:spPr>
        <p:txBody>
          <a:bodyPr rtlCol="0"/>
          <a:lstStyle>
            <a:lvl1pPr algn="ctr">
              <a:defRPr lang="en-GB" spc="30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20" y="1746504"/>
            <a:ext cx="9829800" cy="4352544"/>
          </a:xfrm>
        </p:spPr>
        <p:txBody>
          <a:bodyPr rtlCol="0"/>
          <a:lstStyle>
            <a:lvl1pPr>
              <a:defRPr lang="en-GB" spc="0" baseline="0"/>
            </a:lvl1pPr>
            <a:lvl2pPr>
              <a:defRPr lang="en-GB" spc="0" baseline="0"/>
            </a:lvl2pPr>
            <a:lvl3pPr>
              <a:defRPr lang="en-GB" spc="0" baseline="0"/>
            </a:lvl3pPr>
            <a:lvl4pPr>
              <a:defRPr lang="en-GB" spc="0" baseline="0"/>
            </a:lvl4pPr>
            <a:lvl5pPr>
              <a:defRPr lang="en-GB" spc="0" baseline="0"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</a:lstStyle>
          <a:p>
            <a:pPr rtl="0"/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641840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GB"/>
            </a:defPPr>
          </a:lstStyle>
          <a:p>
            <a:pPr rtl="0"/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7811310-A21F-0BFB-8198-22EDFCF9F4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70576" y="658368"/>
            <a:ext cx="6821424" cy="3346704"/>
          </a:xfrm>
          <a:prstGeom prst="rect">
            <a:avLst/>
          </a:prstGeom>
        </p:spPr>
        <p:txBody>
          <a:bodyPr wrap="square" rtlCol="0">
            <a:noAutofit/>
          </a:bodyPr>
          <a:lstStyle>
            <a:defPPr>
              <a:defRPr lang="en-GB"/>
            </a:def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3D2EFC-F14F-5508-06EE-4E5B5C535E16}"/>
              </a:ext>
            </a:extLst>
          </p:cNvPr>
          <p:cNvCxnSpPr>
            <a:cxnSpLocks/>
          </p:cNvCxnSpPr>
          <p:nvPr userDrawn="1"/>
        </p:nvCxnSpPr>
        <p:spPr>
          <a:xfrm>
            <a:off x="1819102" y="5548842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btitle 2">
            <a:extLst>
              <a:ext uri="{FF2B5EF4-FFF2-40B4-BE49-F238E27FC236}">
                <a16:creationId xmlns:a16="http://schemas.microsoft.com/office/drawing/2014/main" id="{28A6ACFB-D620-056D-1C62-903C5FBCE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9656" y="5943600"/>
            <a:ext cx="4809744" cy="256032"/>
          </a:xfrm>
        </p:spPr>
        <p:txBody>
          <a:bodyPr rtlCol="0"/>
          <a:lstStyle>
            <a:lvl1pPr marL="0" indent="0" algn="l">
              <a:buNone/>
              <a:defRPr lang="en-GB" sz="2000" cap="all" spc="200" baseline="0">
                <a:latin typeface="+mj-lt"/>
              </a:defRPr>
            </a:lvl1pPr>
            <a:lvl2pPr marL="457200" indent="0" algn="ctr">
              <a:buNone/>
              <a:defRPr lang="en-GB" sz="2000"/>
            </a:lvl2pPr>
            <a:lvl3pPr marL="914400" indent="0" algn="ctr">
              <a:buNone/>
              <a:defRPr lang="en-GB" sz="1800"/>
            </a:lvl3pPr>
            <a:lvl4pPr marL="1371600" indent="0" algn="ctr">
              <a:buNone/>
              <a:defRPr lang="en-GB" sz="1600"/>
            </a:lvl4pPr>
            <a:lvl5pPr marL="1828800" indent="0" algn="ctr">
              <a:buNone/>
              <a:defRPr lang="en-GB" sz="1600"/>
            </a:lvl5pPr>
            <a:lvl6pPr marL="2286000" indent="0" algn="ctr">
              <a:buNone/>
              <a:defRPr lang="en-GB" sz="1600"/>
            </a:lvl6pPr>
            <a:lvl7pPr marL="2743200" indent="0" algn="ctr">
              <a:buNone/>
              <a:defRPr lang="en-GB" sz="1600"/>
            </a:lvl7pPr>
            <a:lvl8pPr marL="3200400" indent="0" algn="ctr">
              <a:buNone/>
              <a:defRPr lang="en-GB" sz="1600"/>
            </a:lvl8pPr>
            <a:lvl9pPr marL="3657600" indent="0" algn="ctr">
              <a:buNone/>
              <a:defRPr lang="en-GB" sz="1600"/>
            </a:lvl9pPr>
          </a:lstStyle>
          <a:p>
            <a:pPr rt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656" y="2459736"/>
            <a:ext cx="5157216" cy="2670048"/>
          </a:xfrm>
        </p:spPr>
        <p:txBody>
          <a:bodyPr rtlCol="0" anchor="b"/>
          <a:lstStyle>
            <a:lvl1pPr algn="l">
              <a:lnSpc>
                <a:spcPts val="5200"/>
              </a:lnSpc>
              <a:defRPr lang="en-GB" sz="3600" spc="0" baseline="0">
                <a:latin typeface="+mn-lt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18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09600"/>
            <a:ext cx="10021824" cy="539496"/>
          </a:xfrm>
        </p:spPr>
        <p:txBody>
          <a:bodyPr rtlCol="0"/>
          <a:lstStyle>
            <a:lvl1pPr algn="ctr">
              <a:defRPr lang="en-GB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6F01F221-54DA-6EF2-D9DE-2B9A7AB60B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98448" y="2441448"/>
            <a:ext cx="1828800" cy="1828800"/>
          </a:xfrm>
          <a:prstGeom prst="ellipse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lang="en-GB" sz="160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BEECCD2-A0EF-0622-7377-A2BAE97865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86200" y="2441448"/>
            <a:ext cx="1828800" cy="1828800"/>
          </a:xfrm>
          <a:prstGeom prst="ellipse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lang="en-GB" sz="160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DDD9A982-D940-ADB7-F949-B3898D1984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73952" y="2441448"/>
            <a:ext cx="1828800" cy="1828800"/>
          </a:xfrm>
          <a:prstGeom prst="ellipse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lang="en-GB" sz="160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92630AD-4FA0-C5D3-DC29-AE0E67CB6CA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34272" y="2441448"/>
            <a:ext cx="1828800" cy="1828800"/>
          </a:xfrm>
          <a:prstGeom prst="ellipse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lang="en-GB" sz="160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4974336"/>
            <a:ext cx="1828800" cy="539496"/>
          </a:xfrm>
        </p:spPr>
        <p:txBody>
          <a:bodyPr lIns="0" tIns="0" rIns="0" bIns="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5596128"/>
            <a:ext cx="1828800" cy="347472"/>
          </a:xfrm>
        </p:spPr>
        <p:txBody>
          <a:bodyPr lIns="0" tIns="0" rIns="0" bIns="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86200" y="4974336"/>
            <a:ext cx="1828800" cy="539496"/>
          </a:xfrm>
        </p:spPr>
        <p:txBody>
          <a:bodyPr lIns="0" tIns="0" rIns="0" bIns="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86200" y="5596128"/>
            <a:ext cx="1828800" cy="347472"/>
          </a:xfrm>
        </p:spPr>
        <p:txBody>
          <a:bodyPr lIns="0" tIns="0" rIns="0" bIns="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73952" y="4974336"/>
            <a:ext cx="1828800" cy="539496"/>
          </a:xfrm>
        </p:spPr>
        <p:txBody>
          <a:bodyPr lIns="0" tIns="0" rIns="0" bIns="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473952" y="5596128"/>
            <a:ext cx="1828800" cy="347472"/>
          </a:xfrm>
        </p:spPr>
        <p:txBody>
          <a:bodyPr lIns="0" tIns="0" rIns="0" bIns="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070848" y="4974336"/>
            <a:ext cx="1828800" cy="539496"/>
          </a:xfrm>
        </p:spPr>
        <p:txBody>
          <a:bodyPr lIns="0" tIns="0" rIns="0" bIns="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70848" y="5596128"/>
            <a:ext cx="1828800" cy="347472"/>
          </a:xfrm>
        </p:spPr>
        <p:txBody>
          <a:bodyPr lIns="0" tIns="0" rIns="0" bIns="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6E73E07-0346-2BA8-44BC-6CB3BDEAAA99}"/>
              </a:ext>
            </a:extLst>
          </p:cNvPr>
          <p:cNvCxnSpPr>
            <a:cxnSpLocks/>
          </p:cNvCxnSpPr>
          <p:nvPr userDrawn="1"/>
        </p:nvCxnSpPr>
        <p:spPr>
          <a:xfrm>
            <a:off x="4592478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6E62977-27C7-5882-6A33-75257911D09A}"/>
              </a:ext>
            </a:extLst>
          </p:cNvPr>
          <p:cNvCxnSpPr>
            <a:cxnSpLocks/>
          </p:cNvCxnSpPr>
          <p:nvPr userDrawn="1"/>
        </p:nvCxnSpPr>
        <p:spPr>
          <a:xfrm>
            <a:off x="2004720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705476C-2972-A423-7282-BABA9AAB32E6}"/>
              </a:ext>
            </a:extLst>
          </p:cNvPr>
          <p:cNvCxnSpPr>
            <a:cxnSpLocks/>
          </p:cNvCxnSpPr>
          <p:nvPr userDrawn="1"/>
        </p:nvCxnSpPr>
        <p:spPr>
          <a:xfrm>
            <a:off x="9737699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0D781B-3CB4-A523-427F-3D444B28E60E}"/>
              </a:ext>
            </a:extLst>
          </p:cNvPr>
          <p:cNvCxnSpPr>
            <a:cxnSpLocks/>
          </p:cNvCxnSpPr>
          <p:nvPr userDrawn="1"/>
        </p:nvCxnSpPr>
        <p:spPr>
          <a:xfrm>
            <a:off x="7183278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048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09600"/>
            <a:ext cx="10332720" cy="539496"/>
          </a:xfrm>
        </p:spPr>
        <p:txBody>
          <a:bodyPr rtlCol="0"/>
          <a:lstStyle>
            <a:lvl1pPr algn="ctr">
              <a:defRPr lang="en-GB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6F01F221-54DA-6EF2-D9DE-2B9A7AB60B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36776" y="1755648"/>
            <a:ext cx="1143000" cy="1143000"/>
          </a:xfrm>
          <a:prstGeom prst="ellipse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lang="en-GB" sz="160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BEECCD2-A0EF-0622-7377-A2BAE97865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24528" y="1755648"/>
            <a:ext cx="1143000" cy="1143000"/>
          </a:xfrm>
          <a:prstGeom prst="ellipse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lang="en-GB" sz="160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DDD9A982-D940-ADB7-F949-B3898D1984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48856" y="1755648"/>
            <a:ext cx="1143000" cy="1143000"/>
          </a:xfrm>
          <a:prstGeom prst="ellipse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lang="en-GB" sz="160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92630AD-4FA0-C5D3-DC29-AE0E67CB6CA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381744" y="1755648"/>
            <a:ext cx="1143000" cy="1143000"/>
          </a:xfrm>
          <a:prstGeom prst="ellipse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lang="en-GB" sz="160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3300984"/>
            <a:ext cx="1828800" cy="411480"/>
          </a:xfrm>
        </p:spPr>
        <p:txBody>
          <a:bodyPr lIns="0" tIns="0" rIns="0" bIns="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3730752"/>
            <a:ext cx="1828800" cy="347472"/>
          </a:xfrm>
        </p:spPr>
        <p:txBody>
          <a:bodyPr lIns="0" tIns="0" rIns="0" bIns="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86200" y="3300984"/>
            <a:ext cx="1828800" cy="411480"/>
          </a:xfrm>
        </p:spPr>
        <p:txBody>
          <a:bodyPr lIns="0" tIns="0" rIns="0" bIns="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86200" y="3730752"/>
            <a:ext cx="1828800" cy="347472"/>
          </a:xfrm>
        </p:spPr>
        <p:txBody>
          <a:bodyPr lIns="0" tIns="0" rIns="0" bIns="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10528" y="3300984"/>
            <a:ext cx="1828800" cy="411480"/>
          </a:xfrm>
        </p:spPr>
        <p:txBody>
          <a:bodyPr lIns="0" tIns="0" rIns="0" bIns="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10528" y="3730752"/>
            <a:ext cx="1828800" cy="347472"/>
          </a:xfrm>
        </p:spPr>
        <p:txBody>
          <a:bodyPr lIns="0" tIns="0" rIns="0" bIns="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034272" y="3300984"/>
            <a:ext cx="1828800" cy="411480"/>
          </a:xfrm>
        </p:spPr>
        <p:txBody>
          <a:bodyPr lIns="0" tIns="0" rIns="0" bIns="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34272" y="3730752"/>
            <a:ext cx="1828800" cy="347472"/>
          </a:xfrm>
        </p:spPr>
        <p:txBody>
          <a:bodyPr lIns="0" tIns="0" rIns="0" bIns="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42A71B-2F05-7F67-85C0-0C5AA947983D}"/>
              </a:ext>
            </a:extLst>
          </p:cNvPr>
          <p:cNvCxnSpPr>
            <a:cxnSpLocks/>
          </p:cNvCxnSpPr>
          <p:nvPr userDrawn="1"/>
        </p:nvCxnSpPr>
        <p:spPr>
          <a:xfrm>
            <a:off x="4684061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BC25395-CA95-6040-8ED6-C7D8A2E16C49}"/>
              </a:ext>
            </a:extLst>
          </p:cNvPr>
          <p:cNvCxnSpPr>
            <a:cxnSpLocks/>
          </p:cNvCxnSpPr>
          <p:nvPr userDrawn="1"/>
        </p:nvCxnSpPr>
        <p:spPr>
          <a:xfrm>
            <a:off x="2096160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E2F589B-649A-57C2-1D3E-79FDFF84BADB}"/>
              </a:ext>
            </a:extLst>
          </p:cNvPr>
          <p:cNvCxnSpPr>
            <a:cxnSpLocks/>
          </p:cNvCxnSpPr>
          <p:nvPr userDrawn="1"/>
        </p:nvCxnSpPr>
        <p:spPr>
          <a:xfrm>
            <a:off x="9837985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F3728F-0FBF-5AD2-357E-FFCFFBF7687E}"/>
              </a:ext>
            </a:extLst>
          </p:cNvPr>
          <p:cNvCxnSpPr>
            <a:cxnSpLocks/>
          </p:cNvCxnSpPr>
          <p:nvPr userDrawn="1"/>
        </p:nvCxnSpPr>
        <p:spPr>
          <a:xfrm>
            <a:off x="7306235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09A756E1-5275-58A9-7B09-95BEA4F4FAC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636776" y="4270248"/>
            <a:ext cx="1143000" cy="1143000"/>
          </a:xfrm>
          <a:prstGeom prst="ellipse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lang="en-GB" sz="160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A4DA2F88-85BF-29B8-6321-AF19B25A626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24528" y="4270248"/>
            <a:ext cx="1143000" cy="1143000"/>
          </a:xfrm>
          <a:prstGeom prst="ellipse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lang="en-GB" sz="160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4636CEF4-05E9-F5BB-BD6F-6B081DBDCA9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8856" y="4270248"/>
            <a:ext cx="1143000" cy="1143000"/>
          </a:xfrm>
          <a:prstGeom prst="ellipse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lang="en-GB" sz="160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67B57C06-A1D0-7C74-6A14-2BFF0B1FC17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81744" y="4270248"/>
            <a:ext cx="1143000" cy="1143000"/>
          </a:xfrm>
          <a:prstGeom prst="ellipse">
            <a:avLst/>
          </a:prstGeom>
        </p:spPr>
        <p:txBody>
          <a:bodyPr rtlCol="0" anchor="ctr">
            <a:noAutofit/>
          </a:bodyPr>
          <a:lstStyle>
            <a:lvl1pPr marL="0" indent="0" algn="ctr">
              <a:buNone/>
              <a:defRPr lang="en-GB" sz="160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1025D334-8990-1960-8865-C877ECC47E6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98448" y="5824728"/>
            <a:ext cx="1828800" cy="411480"/>
          </a:xfrm>
        </p:spPr>
        <p:txBody>
          <a:bodyPr lIns="0" tIns="0" rIns="0" bIns="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F491CA2-1A10-E7DB-4203-DC7E9E48CCF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98448" y="6245352"/>
            <a:ext cx="1828800" cy="347472"/>
          </a:xfrm>
        </p:spPr>
        <p:txBody>
          <a:bodyPr lIns="0" tIns="0" rIns="0" bIns="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697C28E5-6260-6DA9-B4F0-665506F525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86200" y="5824728"/>
            <a:ext cx="1828800" cy="411480"/>
          </a:xfrm>
        </p:spPr>
        <p:txBody>
          <a:bodyPr lIns="0" tIns="0" rIns="0" bIns="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A594A25E-7F2D-4188-16B7-C34485FDD2F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886200" y="6245352"/>
            <a:ext cx="1828800" cy="347472"/>
          </a:xfrm>
        </p:spPr>
        <p:txBody>
          <a:bodyPr lIns="0" tIns="0" rIns="0" bIns="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584B38BF-6197-486D-7134-F86E1754AF7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10528" y="5824728"/>
            <a:ext cx="1828800" cy="411480"/>
          </a:xfrm>
        </p:spPr>
        <p:txBody>
          <a:bodyPr lIns="0" tIns="0" rIns="0" bIns="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D788F8D9-8CDB-C458-9AAD-0426AB467D2A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10528" y="6245352"/>
            <a:ext cx="1828800" cy="347472"/>
          </a:xfrm>
        </p:spPr>
        <p:txBody>
          <a:bodyPr lIns="0" tIns="0" rIns="0" bIns="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78447882-2C86-B3A7-9450-29A0778E1B0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034272" y="5824728"/>
            <a:ext cx="1828800" cy="411480"/>
          </a:xfrm>
        </p:spPr>
        <p:txBody>
          <a:bodyPr lIns="0" tIns="0" rIns="0" bIns="0" rtlCol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E321AAE1-532A-23F0-9108-055D0D7BDFB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034272" y="6245352"/>
            <a:ext cx="1828800" cy="347472"/>
          </a:xfrm>
        </p:spPr>
        <p:txBody>
          <a:bodyPr lIns="0" tIns="0" rIns="0" bIns="0" rtlCol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1BC4478-FBEA-422F-73BA-0A422F15D7EA}"/>
              </a:ext>
            </a:extLst>
          </p:cNvPr>
          <p:cNvCxnSpPr>
            <a:cxnSpLocks/>
          </p:cNvCxnSpPr>
          <p:nvPr userDrawn="1"/>
        </p:nvCxnSpPr>
        <p:spPr>
          <a:xfrm>
            <a:off x="4684061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A9AA302-5107-FDE7-557C-3305A9A7DEC2}"/>
              </a:ext>
            </a:extLst>
          </p:cNvPr>
          <p:cNvCxnSpPr>
            <a:cxnSpLocks/>
          </p:cNvCxnSpPr>
          <p:nvPr userDrawn="1"/>
        </p:nvCxnSpPr>
        <p:spPr>
          <a:xfrm>
            <a:off x="2096160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9C9F7A3-B120-C59A-E379-173F84B7D153}"/>
              </a:ext>
            </a:extLst>
          </p:cNvPr>
          <p:cNvCxnSpPr>
            <a:cxnSpLocks/>
          </p:cNvCxnSpPr>
          <p:nvPr userDrawn="1"/>
        </p:nvCxnSpPr>
        <p:spPr>
          <a:xfrm>
            <a:off x="9837985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073A4E7-9D16-A6C0-E297-A36B10A2FABB}"/>
              </a:ext>
            </a:extLst>
          </p:cNvPr>
          <p:cNvCxnSpPr>
            <a:cxnSpLocks/>
          </p:cNvCxnSpPr>
          <p:nvPr userDrawn="1"/>
        </p:nvCxnSpPr>
        <p:spPr>
          <a:xfrm>
            <a:off x="7306235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777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7068A9B7-F56A-44B7-D61E-66289C79F1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5175504"/>
            <a:ext cx="12188952" cy="1682496"/>
          </a:xfrm>
        </p:spPr>
        <p:txBody>
          <a:bodyPr rtlCol="0" anchor="ctr"/>
          <a:lstStyle>
            <a:lvl1pPr marL="0" indent="0" algn="ctr">
              <a:buNone/>
              <a:defRPr lang="en-GB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088" y="609600"/>
            <a:ext cx="10021824" cy="1252728"/>
          </a:xfrm>
        </p:spPr>
        <p:txBody>
          <a:bodyPr rtlCol="0"/>
          <a:lstStyle>
            <a:lvl1pPr algn="ctr">
              <a:lnSpc>
                <a:spcPts val="5760"/>
              </a:lnSpc>
              <a:defRPr lang="en-GB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lvl1pPr>
              <a:defRPr lang="en-GB">
                <a:solidFill>
                  <a:schemeClr val="bg1"/>
                </a:solidFill>
              </a:defRPr>
            </a:lvl1pPr>
          </a:lstStyle>
          <a:p>
            <a:pPr rtl="0"/>
            <a:fld id="{75DF2D63-3FF5-D547-96B9-BE9CCD1ABA5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2441448"/>
            <a:ext cx="1280160" cy="758952"/>
          </a:xfrm>
        </p:spPr>
        <p:txBody>
          <a:bodyPr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3730752"/>
            <a:ext cx="1280160" cy="1143000"/>
          </a:xfrm>
        </p:spPr>
        <p:txBody>
          <a:bodyPr lIns="0" tIns="0" rIns="0" bIns="0" rtlCol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lang="en-GB"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83280" y="2441448"/>
            <a:ext cx="1280160" cy="758952"/>
          </a:xfrm>
        </p:spPr>
        <p:txBody>
          <a:bodyPr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83280" y="3730752"/>
            <a:ext cx="1280160" cy="1143000"/>
          </a:xfrm>
        </p:spPr>
        <p:txBody>
          <a:bodyPr lIns="0" tIns="0" rIns="0" bIns="0" rtlCol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lang="en-GB"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68112" y="2441448"/>
            <a:ext cx="1280160" cy="758952"/>
          </a:xfrm>
        </p:spPr>
        <p:txBody>
          <a:bodyPr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468112" y="3730752"/>
            <a:ext cx="1280160" cy="1143000"/>
          </a:xfrm>
        </p:spPr>
        <p:txBody>
          <a:bodyPr lIns="0" tIns="0" rIns="0" bIns="0" rtlCol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lang="en-GB"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52944" y="2441448"/>
            <a:ext cx="1280160" cy="758952"/>
          </a:xfrm>
        </p:spPr>
        <p:txBody>
          <a:bodyPr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552944" y="3730752"/>
            <a:ext cx="1280160" cy="1143000"/>
          </a:xfrm>
        </p:spPr>
        <p:txBody>
          <a:bodyPr lIns="0" tIns="0" rIns="0" bIns="0" rtlCol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lang="en-GB"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42A71B-2F05-7F67-85C0-0C5AA947983D}"/>
              </a:ext>
            </a:extLst>
          </p:cNvPr>
          <p:cNvCxnSpPr>
            <a:cxnSpLocks/>
          </p:cNvCxnSpPr>
          <p:nvPr userDrawn="1"/>
        </p:nvCxnSpPr>
        <p:spPr>
          <a:xfrm>
            <a:off x="3383280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BC25395-CA95-6040-8ED6-C7D8A2E16C49}"/>
              </a:ext>
            </a:extLst>
          </p:cNvPr>
          <p:cNvCxnSpPr>
            <a:cxnSpLocks/>
          </p:cNvCxnSpPr>
          <p:nvPr userDrawn="1"/>
        </p:nvCxnSpPr>
        <p:spPr>
          <a:xfrm>
            <a:off x="9637776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E2F589B-649A-57C2-1D3E-79FDFF84BADB}"/>
              </a:ext>
            </a:extLst>
          </p:cNvPr>
          <p:cNvCxnSpPr>
            <a:cxnSpLocks/>
          </p:cNvCxnSpPr>
          <p:nvPr userDrawn="1"/>
        </p:nvCxnSpPr>
        <p:spPr>
          <a:xfrm>
            <a:off x="7552944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F3728F-0FBF-5AD2-357E-FFCFFBF7687E}"/>
              </a:ext>
            </a:extLst>
          </p:cNvPr>
          <p:cNvCxnSpPr>
            <a:cxnSpLocks/>
          </p:cNvCxnSpPr>
          <p:nvPr userDrawn="1"/>
        </p:nvCxnSpPr>
        <p:spPr>
          <a:xfrm>
            <a:off x="5468112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1025D334-8990-1960-8865-C877ECC47E6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637776" y="2441448"/>
            <a:ext cx="1280160" cy="758952"/>
          </a:xfrm>
        </p:spPr>
        <p:txBody>
          <a:bodyPr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F491CA2-1A10-E7DB-4203-DC7E9E48CCF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637776" y="3730752"/>
            <a:ext cx="1280160" cy="1143000"/>
          </a:xfrm>
        </p:spPr>
        <p:txBody>
          <a:bodyPr lIns="0" tIns="0" rIns="0" bIns="0" rtlCol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lang="en-GB"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A9AA302-5107-FDE7-557C-3305A9A7DEC2}"/>
              </a:ext>
            </a:extLst>
          </p:cNvPr>
          <p:cNvCxnSpPr>
            <a:cxnSpLocks/>
          </p:cNvCxnSpPr>
          <p:nvPr userDrawn="1"/>
        </p:nvCxnSpPr>
        <p:spPr>
          <a:xfrm>
            <a:off x="1298448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106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7068A9B7-F56A-44B7-D61E-66289C79F1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0"/>
            <a:ext cx="12188952" cy="1682496"/>
          </a:xfrm>
        </p:spPr>
        <p:txBody>
          <a:bodyPr rtlCol="0" anchor="ctr"/>
          <a:lstStyle>
            <a:lvl1pPr marL="0" indent="0" algn="ctr">
              <a:buNone/>
              <a:defRPr lang="en-GB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5221224"/>
            <a:ext cx="3621024" cy="621792"/>
          </a:xfrm>
        </p:spPr>
        <p:txBody>
          <a:bodyPr rtlCol="0"/>
          <a:lstStyle>
            <a:lvl1pPr algn="l">
              <a:lnSpc>
                <a:spcPts val="5760"/>
              </a:lnSpc>
              <a:defRPr lang="en-GB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lvl1pPr>
              <a:defRPr lang="en-GB">
                <a:solidFill>
                  <a:schemeClr val="accent1"/>
                </a:solidFill>
              </a:defRPr>
            </a:lvl1pPr>
          </a:lstStyle>
          <a:p>
            <a:pPr rtl="0"/>
            <a:fld id="{75DF2D63-3FF5-D547-96B9-BE9CCD1ABA5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3351784"/>
            <a:ext cx="1620520" cy="411476"/>
          </a:xfrm>
        </p:spPr>
        <p:txBody>
          <a:bodyPr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00984" y="3351784"/>
            <a:ext cx="1620520" cy="411476"/>
          </a:xfrm>
        </p:spPr>
        <p:txBody>
          <a:bodyPr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12664" y="3351784"/>
            <a:ext cx="1620520" cy="411476"/>
          </a:xfrm>
        </p:spPr>
        <p:txBody>
          <a:bodyPr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315200" y="3351784"/>
            <a:ext cx="1620520" cy="411476"/>
          </a:xfrm>
        </p:spPr>
        <p:txBody>
          <a:bodyPr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1025D334-8990-1960-8865-C877ECC47E6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21800" y="3351784"/>
            <a:ext cx="1620520" cy="411476"/>
          </a:xfrm>
        </p:spPr>
        <p:txBody>
          <a:bodyPr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GB"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769F54-E10C-40C4-5EFF-E8A9CA520AEC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6E7B1EF-9D07-1E66-7467-93C9AE48BD85}"/>
              </a:ext>
            </a:extLst>
          </p:cNvPr>
          <p:cNvCxnSpPr>
            <a:cxnSpLocks/>
          </p:cNvCxnSpPr>
          <p:nvPr userDrawn="1"/>
        </p:nvCxnSpPr>
        <p:spPr>
          <a:xfrm flipH="1">
            <a:off x="1219200" y="2871216"/>
            <a:ext cx="9595104" cy="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solid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3803904"/>
            <a:ext cx="1620520" cy="1143000"/>
          </a:xfrm>
        </p:spPr>
        <p:txBody>
          <a:bodyPr lIns="0" tIns="0" rIns="0" bIns="0" rtlCol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lang="en-GB"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00984" y="3803904"/>
            <a:ext cx="1620520" cy="1143000"/>
          </a:xfrm>
        </p:spPr>
        <p:txBody>
          <a:bodyPr lIns="0" tIns="0" rIns="0" bIns="0" rtlCol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lang="en-GB"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12664" y="3803904"/>
            <a:ext cx="1620520" cy="1143000"/>
          </a:xfrm>
        </p:spPr>
        <p:txBody>
          <a:bodyPr lIns="0" tIns="0" rIns="0" bIns="0" rtlCol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lang="en-GB"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315200" y="3803904"/>
            <a:ext cx="1620520" cy="1143000"/>
          </a:xfrm>
        </p:spPr>
        <p:txBody>
          <a:bodyPr lIns="0" tIns="0" rIns="0" bIns="0" rtlCol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lang="en-GB"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F491CA2-1A10-E7DB-4203-DC7E9E48CCF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321800" y="3803904"/>
            <a:ext cx="1620520" cy="1143000"/>
          </a:xfrm>
        </p:spPr>
        <p:txBody>
          <a:bodyPr lIns="0" tIns="0" rIns="0" bIns="0" rtlCol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lang="en-GB"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5476138-49FF-70BE-6359-0A511EFB243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00984" y="2638738"/>
            <a:ext cx="91440" cy="411480"/>
          </a:xfrm>
          <a:solidFill>
            <a:schemeClr val="accent1"/>
          </a:solidFill>
        </p:spPr>
        <p:txBody>
          <a:bodyPr rtlCol="0" anchor="ctr"/>
          <a:lstStyle>
            <a:lvl1pPr marL="0" indent="0" algn="ctr">
              <a:buNone/>
              <a:defRPr lang="en-GB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en-GB"/>
              <a:t>X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6EFC43B-3F8D-6957-F343-F3D9C3E7A7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98448" y="2638738"/>
            <a:ext cx="91440" cy="411480"/>
          </a:xfrm>
          <a:solidFill>
            <a:schemeClr val="accent1"/>
          </a:solidFill>
        </p:spPr>
        <p:txBody>
          <a:bodyPr rtlCol="0" anchor="ctr"/>
          <a:lstStyle>
            <a:lvl1pPr marL="0" indent="0" algn="ctr">
              <a:buNone/>
              <a:defRPr lang="en-GB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en-GB"/>
              <a:t>X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D6007DD2-0F2E-6F92-8457-FC670750ED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312664" y="2638738"/>
            <a:ext cx="91440" cy="411480"/>
          </a:xfrm>
          <a:solidFill>
            <a:schemeClr val="accent1"/>
          </a:solidFill>
        </p:spPr>
        <p:txBody>
          <a:bodyPr rtlCol="0" anchor="ctr"/>
          <a:lstStyle>
            <a:lvl1pPr marL="0" indent="0" algn="ctr">
              <a:buNone/>
              <a:defRPr lang="en-GB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en-GB"/>
              <a:t>X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06C5667F-C463-51B6-B8D6-F757BDB8AFC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15200" y="2638738"/>
            <a:ext cx="91440" cy="411480"/>
          </a:xfrm>
          <a:solidFill>
            <a:schemeClr val="accent1"/>
          </a:solidFill>
        </p:spPr>
        <p:txBody>
          <a:bodyPr rtlCol="0" anchor="ctr"/>
          <a:lstStyle>
            <a:lvl1pPr marL="0" indent="0" algn="ctr">
              <a:buNone/>
              <a:defRPr lang="en-GB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en-GB"/>
              <a:t>X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FF09CBB-BD48-E8E5-EECF-B6CBC36B236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21800" y="2638738"/>
            <a:ext cx="91440" cy="411480"/>
          </a:xfrm>
          <a:solidFill>
            <a:schemeClr val="accent1"/>
          </a:solidFill>
        </p:spPr>
        <p:txBody>
          <a:bodyPr rtlCol="0" anchor="ctr"/>
          <a:lstStyle>
            <a:lvl1pPr marL="0" indent="0" algn="ctr">
              <a:buNone/>
              <a:defRPr lang="en-GB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 rtl="0"/>
            <a:r>
              <a:rPr lang="en-GB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333783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81D2A-2C75-8B2A-DA41-F42ABBA59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56832" cy="6858000"/>
          </a:xfrm>
          <a:custGeom>
            <a:avLst/>
            <a:gdLst>
              <a:gd name="connsiteX0" fmla="*/ 1295400 w 6656832"/>
              <a:gd name="connsiteY0" fmla="*/ 1492377 h 6858000"/>
              <a:gd name="connsiteX1" fmla="*/ 1295400 w 6656832"/>
              <a:gd name="connsiteY1" fmla="*/ 1580679 h 6858000"/>
              <a:gd name="connsiteX2" fmla="*/ 1704975 w 6656832"/>
              <a:gd name="connsiteY2" fmla="*/ 1580679 h 6858000"/>
              <a:gd name="connsiteX3" fmla="*/ 1704975 w 6656832"/>
              <a:gd name="connsiteY3" fmla="*/ 1492377 h 6858000"/>
              <a:gd name="connsiteX4" fmla="*/ 0 w 6656832"/>
              <a:gd name="connsiteY4" fmla="*/ 0 h 6858000"/>
              <a:gd name="connsiteX5" fmla="*/ 6656832 w 6656832"/>
              <a:gd name="connsiteY5" fmla="*/ 0 h 6858000"/>
              <a:gd name="connsiteX6" fmla="*/ 6656832 w 6656832"/>
              <a:gd name="connsiteY6" fmla="*/ 6858000 h 6858000"/>
              <a:gd name="connsiteX7" fmla="*/ 0 w 665683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56832" h="6858000">
                <a:moveTo>
                  <a:pt x="1295400" y="1492377"/>
                </a:moveTo>
                <a:lnTo>
                  <a:pt x="1295400" y="1580679"/>
                </a:lnTo>
                <a:lnTo>
                  <a:pt x="1704975" y="1580679"/>
                </a:lnTo>
                <a:lnTo>
                  <a:pt x="1704975" y="1492377"/>
                </a:lnTo>
                <a:close/>
                <a:moveTo>
                  <a:pt x="0" y="0"/>
                </a:moveTo>
                <a:lnTo>
                  <a:pt x="6656832" y="0"/>
                </a:lnTo>
                <a:lnTo>
                  <a:pt x="665683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defPPr>
              <a:defRPr lang="en-GB"/>
            </a:def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609600"/>
            <a:ext cx="6656832" cy="530352"/>
          </a:xfrm>
        </p:spPr>
        <p:txBody>
          <a:bodyPr rtlCol="0" anchor="t" anchorCtr="0"/>
          <a:lstStyle>
            <a:defPPr>
              <a:defRPr lang="en-GB"/>
            </a:def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CA7A15A-B484-E46E-FF4D-179F31F17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8448" y="2209800"/>
            <a:ext cx="4495744" cy="4648200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310896" tIns="365760" rIns="274320" rtlCol="0" anchor="t">
            <a:noAutofit/>
          </a:bodyPr>
          <a:lstStyle>
            <a:lvl1pPr marL="0" indent="0">
              <a:lnSpc>
                <a:spcPts val="2400"/>
              </a:lnSpc>
              <a:buNone/>
              <a:defRPr lang="en-GB"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lang="en-GB" sz="2000" b="1"/>
            </a:lvl2pPr>
            <a:lvl3pPr marL="914400" indent="0">
              <a:buNone/>
              <a:defRPr lang="en-GB" sz="1800" b="1"/>
            </a:lvl3pPr>
            <a:lvl4pPr marL="1371600" indent="0">
              <a:buNone/>
              <a:defRPr lang="en-GB" sz="1600" b="1"/>
            </a:lvl4pPr>
            <a:lvl5pPr marL="1828800" indent="0">
              <a:buNone/>
              <a:defRPr lang="en-GB" sz="1600" b="1"/>
            </a:lvl5pPr>
            <a:lvl6pPr marL="2286000" indent="0">
              <a:buNone/>
              <a:defRPr lang="en-GB" sz="1600" b="1"/>
            </a:lvl6pPr>
            <a:lvl7pPr marL="2743200" indent="0">
              <a:buNone/>
              <a:defRPr lang="en-GB" sz="1600" b="1"/>
            </a:lvl7pPr>
            <a:lvl8pPr marL="3200400" indent="0">
              <a:buNone/>
              <a:defRPr lang="en-GB" sz="1600" b="1"/>
            </a:lvl8pPr>
            <a:lvl9pPr marL="3657600" indent="0">
              <a:buNone/>
              <a:defRPr lang="en-GB"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18488" y="3630168"/>
            <a:ext cx="3886200" cy="2514600"/>
          </a:xfrm>
        </p:spPr>
        <p:txBody>
          <a:bodyPr rtlCol="0"/>
          <a:lstStyle>
            <a:lvl1pPr marL="0" indent="0">
              <a:buNone/>
              <a:defRPr lang="en-GB" sz="1400"/>
            </a:lvl1pPr>
            <a:lvl2pPr marL="228600">
              <a:defRPr lang="en-GB" sz="1400"/>
            </a:lvl2pPr>
            <a:lvl3pPr marL="457200">
              <a:defRPr lang="en-GB" sz="1400"/>
            </a:lvl3pPr>
            <a:lvl4pPr marL="685800">
              <a:defRPr lang="en-GB" sz="1400"/>
            </a:lvl4pPr>
            <a:lvl5pPr marL="1143000">
              <a:defRPr lang="en-GB" sz="1400"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123542D-139D-45CC-7853-FE3702B4B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05600" y="2209800"/>
            <a:ext cx="4495744" cy="4648200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310896" tIns="365760" rIns="274320" rtlCol="0" anchor="t" anchorCtr="0">
            <a:noAutofit/>
          </a:bodyPr>
          <a:lstStyle>
            <a:lvl1pPr marL="0" indent="0">
              <a:lnSpc>
                <a:spcPts val="2400"/>
              </a:lnSpc>
              <a:buNone/>
              <a:defRPr lang="en-GB"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lang="en-GB" sz="2000" b="1"/>
            </a:lvl2pPr>
            <a:lvl3pPr marL="914400" indent="0">
              <a:buNone/>
              <a:defRPr lang="en-GB" sz="1800" b="1"/>
            </a:lvl3pPr>
            <a:lvl4pPr marL="1371600" indent="0">
              <a:buNone/>
              <a:defRPr lang="en-GB" sz="1600" b="1"/>
            </a:lvl4pPr>
            <a:lvl5pPr marL="1828800" indent="0">
              <a:buNone/>
              <a:defRPr lang="en-GB" sz="1600" b="1"/>
            </a:lvl5pPr>
            <a:lvl6pPr marL="2286000" indent="0">
              <a:buNone/>
              <a:defRPr lang="en-GB" sz="1600" b="1"/>
            </a:lvl6pPr>
            <a:lvl7pPr marL="2743200" indent="0">
              <a:buNone/>
              <a:defRPr lang="en-GB" sz="1600" b="1"/>
            </a:lvl7pPr>
            <a:lvl8pPr marL="3200400" indent="0">
              <a:buNone/>
              <a:defRPr lang="en-GB" sz="1600" b="1"/>
            </a:lvl8pPr>
            <a:lvl9pPr marL="3657600" indent="0">
              <a:buNone/>
              <a:defRPr lang="en-GB"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013448" y="3630168"/>
            <a:ext cx="3886200" cy="2514600"/>
          </a:xfrm>
        </p:spPr>
        <p:txBody>
          <a:bodyPr rtlCol="0"/>
          <a:lstStyle>
            <a:lvl1pPr marL="0" indent="0">
              <a:buNone/>
              <a:defRPr lang="en-GB" sz="1400"/>
            </a:lvl1pPr>
            <a:lvl2pPr marL="228600">
              <a:defRPr lang="en-GB" sz="1400"/>
            </a:lvl2pPr>
            <a:lvl3pPr marL="457200">
              <a:defRPr lang="en-GB" sz="1400"/>
            </a:lvl3pPr>
            <a:lvl4pPr marL="685800">
              <a:defRPr lang="en-GB" sz="1400"/>
            </a:lvl4pPr>
            <a:lvl5pPr marL="1143000">
              <a:defRPr lang="en-GB" sz="1400"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9A9D2-C6ED-A99E-6041-56B5688418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71F094C-919A-3E78-DE58-27C2B997C94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896335-CC4F-4D72-23F0-F7FBFA640021}"/>
              </a:ext>
            </a:extLst>
          </p:cNvPr>
          <p:cNvSpPr/>
          <p:nvPr userDrawn="1"/>
        </p:nvSpPr>
        <p:spPr>
          <a:xfrm>
            <a:off x="1295400" y="1492377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</a:lstStyle>
          <a:p>
            <a:pPr algn="ctr" rt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zon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9EF4E7-F4EF-FFCD-9B0C-961E519F6DDD}"/>
              </a:ext>
            </a:extLst>
          </p:cNvPr>
          <p:cNvSpPr/>
          <p:nvPr userDrawn="1"/>
        </p:nvSpPr>
        <p:spPr>
          <a:xfrm>
            <a:off x="5791200" y="0"/>
            <a:ext cx="64008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</a:lstStyle>
          <a:p>
            <a:pPr algn="ctr" rtl="0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4014216"/>
            <a:ext cx="4160520" cy="1828800"/>
          </a:xfrm>
        </p:spPr>
        <p:txBody>
          <a:bodyPr rtlCol="0" anchor="b" anchorCtr="0"/>
          <a:lstStyle>
            <a:defPPr>
              <a:defRPr lang="en-GB"/>
            </a:def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CA7A15A-B484-E46E-FF4D-179F31F17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98080" y="621792"/>
            <a:ext cx="4114800" cy="347472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noFill/>
        </p:spPr>
        <p:txBody>
          <a:bodyPr wrap="square" lIns="0" tIns="0" rIns="0" rtlCol="0" anchor="b">
            <a:noAutofit/>
          </a:bodyPr>
          <a:lstStyle>
            <a:lvl1pPr marL="0" indent="0">
              <a:lnSpc>
                <a:spcPts val="1720"/>
              </a:lnSpc>
              <a:buNone/>
              <a:defRPr lang="en-GB"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lang="en-GB" sz="2000" b="1"/>
            </a:lvl2pPr>
            <a:lvl3pPr marL="914400" indent="0">
              <a:buNone/>
              <a:defRPr lang="en-GB" sz="1800" b="1"/>
            </a:lvl3pPr>
            <a:lvl4pPr marL="1371600" indent="0">
              <a:buNone/>
              <a:defRPr lang="en-GB" sz="1600" b="1"/>
            </a:lvl4pPr>
            <a:lvl5pPr marL="1828800" indent="0">
              <a:buNone/>
              <a:defRPr lang="en-GB" sz="1600" b="1"/>
            </a:lvl5pPr>
            <a:lvl6pPr marL="2286000" indent="0">
              <a:buNone/>
              <a:defRPr lang="en-GB" sz="1600" b="1"/>
            </a:lvl6pPr>
            <a:lvl7pPr marL="2743200" indent="0">
              <a:buNone/>
              <a:defRPr lang="en-GB" sz="1600" b="1"/>
            </a:lvl7pPr>
            <a:lvl8pPr marL="3200400" indent="0">
              <a:buNone/>
              <a:defRPr lang="en-GB" sz="1600" b="1"/>
            </a:lvl8pPr>
            <a:lvl9pPr marL="3657600" indent="0">
              <a:buNone/>
              <a:defRPr lang="en-GB"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98080" y="1069848"/>
            <a:ext cx="3886200" cy="1527048"/>
          </a:xfr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lang="en-GB" sz="1400"/>
            </a:lvl1pPr>
            <a:lvl2pPr marL="228600">
              <a:lnSpc>
                <a:spcPct val="100000"/>
              </a:lnSpc>
              <a:defRPr lang="en-GB" sz="1400"/>
            </a:lvl2pPr>
            <a:lvl3pPr marL="457200">
              <a:lnSpc>
                <a:spcPct val="100000"/>
              </a:lnSpc>
              <a:defRPr lang="en-GB" sz="1400"/>
            </a:lvl3pPr>
            <a:lvl4pPr marL="685800">
              <a:lnSpc>
                <a:spcPct val="100000"/>
              </a:lnSpc>
              <a:defRPr lang="en-GB" sz="1400"/>
            </a:lvl4pPr>
            <a:lvl5pPr marL="1143000">
              <a:lnSpc>
                <a:spcPct val="100000"/>
              </a:lnSpc>
              <a:defRPr lang="en-GB" sz="1400"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123542D-139D-45CC-7853-FE3702B4B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98080" y="3172968"/>
            <a:ext cx="4114800" cy="347472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noFill/>
        </p:spPr>
        <p:txBody>
          <a:bodyPr wrap="square" lIns="0" tIns="0" rIns="0" rtlCol="0" anchor="b" anchorCtr="0">
            <a:noAutofit/>
          </a:bodyPr>
          <a:lstStyle>
            <a:lvl1pPr marL="0" indent="0">
              <a:lnSpc>
                <a:spcPts val="1720"/>
              </a:lnSpc>
              <a:buNone/>
              <a:defRPr lang="en-GB"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lang="en-GB" sz="2000" b="1"/>
            </a:lvl2pPr>
            <a:lvl3pPr marL="914400" indent="0">
              <a:buNone/>
              <a:defRPr lang="en-GB" sz="1800" b="1"/>
            </a:lvl3pPr>
            <a:lvl4pPr marL="1371600" indent="0">
              <a:buNone/>
              <a:defRPr lang="en-GB" sz="1600" b="1"/>
            </a:lvl4pPr>
            <a:lvl5pPr marL="1828800" indent="0">
              <a:buNone/>
              <a:defRPr lang="en-GB" sz="1600" b="1"/>
            </a:lvl5pPr>
            <a:lvl6pPr marL="2286000" indent="0">
              <a:buNone/>
              <a:defRPr lang="en-GB" sz="1600" b="1"/>
            </a:lvl6pPr>
            <a:lvl7pPr marL="2743200" indent="0">
              <a:buNone/>
              <a:defRPr lang="en-GB" sz="1600" b="1"/>
            </a:lvl7pPr>
            <a:lvl8pPr marL="3200400" indent="0">
              <a:buNone/>
              <a:defRPr lang="en-GB" sz="1600" b="1"/>
            </a:lvl8pPr>
            <a:lvl9pPr marL="3657600" indent="0">
              <a:buNone/>
              <a:defRPr lang="en-GB"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98080" y="3621024"/>
            <a:ext cx="3886200" cy="1179576"/>
          </a:xfr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lang="en-GB" sz="1400"/>
            </a:lvl1pPr>
            <a:lvl2pPr marL="228600">
              <a:lnSpc>
                <a:spcPct val="100000"/>
              </a:lnSpc>
              <a:defRPr lang="en-GB" sz="1400"/>
            </a:lvl2pPr>
            <a:lvl3pPr marL="457200">
              <a:lnSpc>
                <a:spcPct val="100000"/>
              </a:lnSpc>
              <a:defRPr lang="en-GB" sz="1400"/>
            </a:lvl3pPr>
            <a:lvl4pPr marL="685800">
              <a:lnSpc>
                <a:spcPct val="100000"/>
              </a:lnSpc>
              <a:defRPr lang="en-GB" sz="1400"/>
            </a:lvl4pPr>
            <a:lvl5pPr marL="1143000">
              <a:lnSpc>
                <a:spcPct val="100000"/>
              </a:lnSpc>
              <a:defRPr lang="en-GB" sz="1400"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9A9D2-C6ED-A99E-6041-56B5688418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71F094C-919A-3E78-DE58-27C2B997C94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D6DBECB-0E53-C186-A485-96A8FC1252C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98448" y="612648"/>
            <a:ext cx="3200400" cy="3200400"/>
          </a:xfrm>
          <a:prstGeom prst="ellipse">
            <a:avLst/>
          </a:prstGeom>
          <a:noFill/>
        </p:spPr>
        <p:txBody>
          <a:bodyPr rtlCol="0" anchor="ctr"/>
          <a:lstStyle>
            <a:lvl1pPr marL="0" indent="0" algn="ctr">
              <a:buNone/>
              <a:defRPr lang="en-GB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F0B28D44-29B3-3396-973D-82E3611612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98080" y="5129784"/>
            <a:ext cx="4114800" cy="347472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noFill/>
        </p:spPr>
        <p:txBody>
          <a:bodyPr wrap="square" lIns="0" tIns="0" rIns="0" rtlCol="0" anchor="b" anchorCtr="0">
            <a:noAutofit/>
          </a:bodyPr>
          <a:lstStyle>
            <a:lvl1pPr marL="0" indent="0">
              <a:lnSpc>
                <a:spcPts val="1720"/>
              </a:lnSpc>
              <a:buNone/>
              <a:defRPr lang="en-GB"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lang="en-GB" sz="2000" b="1"/>
            </a:lvl2pPr>
            <a:lvl3pPr marL="914400" indent="0">
              <a:buNone/>
              <a:defRPr lang="en-GB" sz="1800" b="1"/>
            </a:lvl3pPr>
            <a:lvl4pPr marL="1371600" indent="0">
              <a:buNone/>
              <a:defRPr lang="en-GB" sz="1600" b="1"/>
            </a:lvl4pPr>
            <a:lvl5pPr marL="1828800" indent="0">
              <a:buNone/>
              <a:defRPr lang="en-GB" sz="1600" b="1"/>
            </a:lvl5pPr>
            <a:lvl6pPr marL="2286000" indent="0">
              <a:buNone/>
              <a:defRPr lang="en-GB" sz="1600" b="1"/>
            </a:lvl6pPr>
            <a:lvl7pPr marL="2743200" indent="0">
              <a:buNone/>
              <a:defRPr lang="en-GB" sz="1600" b="1"/>
            </a:lvl7pPr>
            <a:lvl8pPr marL="3200400" indent="0">
              <a:buNone/>
              <a:defRPr lang="en-GB" sz="1600" b="1"/>
            </a:lvl8pPr>
            <a:lvl9pPr marL="3657600" indent="0">
              <a:buNone/>
              <a:defRPr lang="en-GB"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C06156AC-1153-3958-CFE6-6CDCC21C38A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8080" y="5568696"/>
            <a:ext cx="3886200" cy="905256"/>
          </a:xfr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lang="en-GB" sz="1400"/>
            </a:lvl1pPr>
            <a:lvl2pPr marL="228600">
              <a:lnSpc>
                <a:spcPct val="100000"/>
              </a:lnSpc>
              <a:defRPr lang="en-GB" sz="1400"/>
            </a:lvl2pPr>
            <a:lvl3pPr marL="457200">
              <a:lnSpc>
                <a:spcPct val="100000"/>
              </a:lnSpc>
              <a:defRPr lang="en-GB" sz="1400"/>
            </a:lvl3pPr>
            <a:lvl4pPr marL="685800">
              <a:lnSpc>
                <a:spcPct val="100000"/>
              </a:lnSpc>
              <a:defRPr lang="en-GB" sz="1400"/>
            </a:lvl4pPr>
            <a:lvl5pPr marL="1143000">
              <a:lnSpc>
                <a:spcPct val="100000"/>
              </a:lnSpc>
              <a:defRPr lang="en-GB" sz="1400"/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4CE90CA-176B-1E45-FECF-0290B1DCF55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45352" y="704088"/>
            <a:ext cx="914400" cy="914400"/>
          </a:xfrm>
        </p:spPr>
        <p:txBody>
          <a:bodyPr rtlCol="0" anchor="ctr"/>
          <a:lstStyle>
            <a:lvl1pPr marL="0" indent="0" algn="ctr">
              <a:buNone/>
              <a:defRPr lang="en-GB" sz="90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365BC287-99EE-D6FA-48B9-1E6FFE9357E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45352" y="3273552"/>
            <a:ext cx="914400" cy="914400"/>
          </a:xfrm>
        </p:spPr>
        <p:txBody>
          <a:bodyPr rtlCol="0" anchor="ctr"/>
          <a:lstStyle>
            <a:lvl1pPr marL="0" indent="0" algn="ctr">
              <a:buNone/>
              <a:defRPr lang="en-GB" sz="90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ECE7A377-A1E6-77DF-79F9-F251BD75774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45352" y="5166360"/>
            <a:ext cx="914400" cy="914400"/>
          </a:xfrm>
        </p:spPr>
        <p:txBody>
          <a:bodyPr rtlCol="0" anchor="ctr"/>
          <a:lstStyle>
            <a:lvl1pPr marL="0" indent="0" algn="ctr">
              <a:buNone/>
              <a:defRPr lang="en-GB" sz="90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D976B1-BEF2-CB69-E97E-A6DAD1F04689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3116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358819-7D9B-11CB-DBC5-CC8BC5C076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EB2EEB-FE70-98B2-9437-0E1E91F92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FAA902D-BDC9-E5AF-D40D-7B8DE616EBE0}"/>
              </a:ext>
            </a:extLst>
          </p:cNvPr>
          <p:cNvCxnSpPr>
            <a:cxnSpLocks/>
          </p:cNvCxnSpPr>
          <p:nvPr userDrawn="1"/>
        </p:nvCxnSpPr>
        <p:spPr>
          <a:xfrm>
            <a:off x="5890260" y="1536192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2A4017E-4CAA-8499-38AE-3A3306A7EB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34640" y="2057400"/>
            <a:ext cx="6519672" cy="2971800"/>
          </a:xfrm>
          <a:solidFill>
            <a:schemeClr val="accent4"/>
          </a:solidFill>
        </p:spPr>
        <p:txBody>
          <a:bodyPr lIns="576072" tIns="228600" rIns="576072" bIns="228600" rtlCol="0" anchor="ctr"/>
          <a:lstStyle>
            <a:lvl1pPr marL="0" indent="0" algn="ctr">
              <a:lnSpc>
                <a:spcPts val="2460"/>
              </a:lnSpc>
              <a:buNone/>
              <a:defRPr lang="en-GB" sz="2000"/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9103CB5-F9EF-D6DA-A5D4-DCCAEBEBE6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71216" y="5330952"/>
            <a:ext cx="6519672" cy="1527048"/>
          </a:xfrm>
        </p:spPr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17F00C-8F19-CB9F-D5BF-9A5F4C77E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6324" y="609600"/>
            <a:ext cx="3959352" cy="530352"/>
          </a:xfrm>
        </p:spPr>
        <p:txBody>
          <a:bodyPr rtlCol="0"/>
          <a:lstStyle>
            <a:lvl1pPr algn="ctr">
              <a:defRPr lang="en-GB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6626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8C402F40-958A-D2BF-629C-39B659EC9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12191999" cy="6858000"/>
          </a:xfrm>
          <a:custGeom>
            <a:avLst/>
            <a:gdLst>
              <a:gd name="connsiteX0" fmla="*/ 5890261 w 12191999"/>
              <a:gd name="connsiteY0" fmla="*/ 4496651 h 6858000"/>
              <a:gd name="connsiteX1" fmla="*/ 5890261 w 12191999"/>
              <a:gd name="connsiteY1" fmla="*/ 4584953 h 6858000"/>
              <a:gd name="connsiteX2" fmla="*/ 6299835 w 12191999"/>
              <a:gd name="connsiteY2" fmla="*/ 4584953 h 6858000"/>
              <a:gd name="connsiteX3" fmla="*/ 6299835 w 12191999"/>
              <a:gd name="connsiteY3" fmla="*/ 4496651 h 6858000"/>
              <a:gd name="connsiteX4" fmla="*/ 0 w 12191999"/>
              <a:gd name="connsiteY4" fmla="*/ 0 h 6858000"/>
              <a:gd name="connsiteX5" fmla="*/ 12191999 w 12191999"/>
              <a:gd name="connsiteY5" fmla="*/ 0 h 6858000"/>
              <a:gd name="connsiteX6" fmla="*/ 12191999 w 12191999"/>
              <a:gd name="connsiteY6" fmla="*/ 6858000 h 6858000"/>
              <a:gd name="connsiteX7" fmla="*/ 0 w 121919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858000">
                <a:moveTo>
                  <a:pt x="5890261" y="4496651"/>
                </a:moveTo>
                <a:lnTo>
                  <a:pt x="5890261" y="4584953"/>
                </a:lnTo>
                <a:lnTo>
                  <a:pt x="6299835" y="4584953"/>
                </a:lnTo>
                <a:lnTo>
                  <a:pt x="6299835" y="4496651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defPPr>
              <a:defRPr lang="en-GB"/>
            </a:def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715" y="1485302"/>
            <a:ext cx="9120570" cy="3887396"/>
          </a:xfrm>
          <a:custGeom>
            <a:avLst/>
            <a:gdLst>
              <a:gd name="connsiteX0" fmla="*/ 4354545 w 9120570"/>
              <a:gd name="connsiteY0" fmla="*/ 3011350 h 3887396"/>
              <a:gd name="connsiteX1" fmla="*/ 4354545 w 9120570"/>
              <a:gd name="connsiteY1" fmla="*/ 3099652 h 3887396"/>
              <a:gd name="connsiteX2" fmla="*/ 4764120 w 9120570"/>
              <a:gd name="connsiteY2" fmla="*/ 3099652 h 3887396"/>
              <a:gd name="connsiteX3" fmla="*/ 4764120 w 9120570"/>
              <a:gd name="connsiteY3" fmla="*/ 3011350 h 3887396"/>
              <a:gd name="connsiteX4" fmla="*/ 0 w 9120570"/>
              <a:gd name="connsiteY4" fmla="*/ 0 h 3887396"/>
              <a:gd name="connsiteX5" fmla="*/ 9120570 w 9120570"/>
              <a:gd name="connsiteY5" fmla="*/ 0 h 3887396"/>
              <a:gd name="connsiteX6" fmla="*/ 9120570 w 9120570"/>
              <a:gd name="connsiteY6" fmla="*/ 3887396 h 3887396"/>
              <a:gd name="connsiteX7" fmla="*/ 0 w 9120570"/>
              <a:gd name="connsiteY7" fmla="*/ 3887396 h 388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20570" h="3887396">
                <a:moveTo>
                  <a:pt x="4354545" y="3011350"/>
                </a:moveTo>
                <a:lnTo>
                  <a:pt x="4354545" y="3099652"/>
                </a:lnTo>
                <a:lnTo>
                  <a:pt x="4764120" y="3099652"/>
                </a:lnTo>
                <a:lnTo>
                  <a:pt x="4764120" y="3011350"/>
                </a:lnTo>
                <a:close/>
                <a:moveTo>
                  <a:pt x="0" y="0"/>
                </a:moveTo>
                <a:lnTo>
                  <a:pt x="9120570" y="0"/>
                </a:lnTo>
                <a:lnTo>
                  <a:pt x="9120570" y="3887396"/>
                </a:lnTo>
                <a:lnTo>
                  <a:pt x="0" y="388739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bIns="1097280" rtlCol="0" anchor="b">
            <a:noAutofit/>
          </a:bodyPr>
          <a:lstStyle>
            <a:lvl1pPr algn="ctr">
              <a:defRPr lang="en-GB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612648"/>
            <a:ext cx="2286000" cy="2286000"/>
          </a:xfrm>
          <a:prstGeom prst="ellipse">
            <a:avLst/>
          </a:prstGeom>
        </p:spPr>
        <p:txBody>
          <a:bodyPr rtlCol="0" anchor="ctr"/>
          <a:lstStyle>
            <a:lvl1pPr marL="0" indent="0" algn="ctr">
              <a:buNone/>
              <a:defRPr lang="en-GB" sz="1050"/>
            </a:lvl1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5751576"/>
            <a:ext cx="9116568" cy="722376"/>
          </a:xfrm>
        </p:spPr>
        <p:txBody>
          <a:bodyPr rtlCol="0" anchor="ctr"/>
          <a:lstStyle>
            <a:lvl1pPr marL="0" indent="0" algn="ctr">
              <a:buNone/>
              <a:defRPr lang="en-GB" sz="2000" cap="all" baseline="0"/>
            </a:lvl1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9017C4-5BB0-DF6F-781B-FB81A3A5D977}"/>
              </a:ext>
            </a:extLst>
          </p:cNvPr>
          <p:cNvSpPr/>
          <p:nvPr userDrawn="1"/>
        </p:nvSpPr>
        <p:spPr>
          <a:xfrm>
            <a:off x="5890260" y="449665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</a:lstStyle>
          <a:p>
            <a:pPr algn="ctr" rt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4BC7BE-FECC-8573-D4F0-FA004B4A04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DB0707-D3A6-4BF0-3225-EC3851AD73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AE946-135C-E4E8-BA60-64AB48B87F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FD67329-9F30-BEB7-31E2-FECA7FD59B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457200"/>
            <a:ext cx="3932237" cy="1600200"/>
          </a:xfrm>
        </p:spPr>
        <p:txBody>
          <a:bodyPr rtlCol="0" anchor="b"/>
          <a:lstStyle>
            <a:lvl1pPr>
              <a:defRPr lang="en-GB" sz="320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0684" y="987425"/>
            <a:ext cx="6124703" cy="4873625"/>
          </a:xfrm>
        </p:spPr>
        <p:txBody>
          <a:bodyPr rtlCol="0"/>
          <a:lstStyle>
            <a:lvl1pPr>
              <a:defRPr lang="en-GB" sz="3200"/>
            </a:lvl1pPr>
            <a:lvl2pPr>
              <a:defRPr lang="en-GB" sz="2800"/>
            </a:lvl2pPr>
            <a:lvl3pPr>
              <a:defRPr lang="en-GB" sz="2400"/>
            </a:lvl3pPr>
            <a:lvl4pPr>
              <a:defRPr lang="en-GB" sz="2000"/>
            </a:lvl4pPr>
            <a:lvl5pPr>
              <a:defRPr lang="en-GB" sz="2000"/>
            </a:lvl5pPr>
            <a:lvl6pPr>
              <a:defRPr lang="en-GB" sz="2000"/>
            </a:lvl6pPr>
            <a:lvl7pPr>
              <a:defRPr lang="en-GB" sz="2000"/>
            </a:lvl7pPr>
            <a:lvl8pPr>
              <a:defRPr lang="en-GB" sz="2000"/>
            </a:lvl8pPr>
            <a:lvl9pPr>
              <a:defRPr lang="en-GB" sz="20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8448" y="2057400"/>
            <a:ext cx="3932237" cy="3811588"/>
          </a:xfrm>
        </p:spPr>
        <p:txBody>
          <a:bodyPr rtlCol="0"/>
          <a:lstStyle>
            <a:lvl1pPr marL="0" indent="0">
              <a:buNone/>
              <a:defRPr lang="en-GB" sz="1600"/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000"/>
            </a:lvl4pPr>
            <a:lvl5pPr marL="1828800" indent="0">
              <a:buNone/>
              <a:defRPr lang="en-GB" sz="1000"/>
            </a:lvl5pPr>
            <a:lvl6pPr marL="2286000" indent="0">
              <a:buNone/>
              <a:defRPr lang="en-GB" sz="1000"/>
            </a:lvl6pPr>
            <a:lvl7pPr marL="2743200" indent="0">
              <a:buNone/>
              <a:defRPr lang="en-GB" sz="1000"/>
            </a:lvl7pPr>
            <a:lvl8pPr marL="3200400" indent="0">
              <a:buNone/>
              <a:defRPr lang="en-GB" sz="1000"/>
            </a:lvl8pPr>
            <a:lvl9pPr marL="3657600" indent="0">
              <a:buNone/>
              <a:defRPr lang="en-GB" sz="10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83587-0236-046F-3B80-4D4EEA7A80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0C67779-9FAD-3FE4-5C67-7E5313C03B4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457200"/>
            <a:ext cx="3932237" cy="1600200"/>
          </a:xfrm>
        </p:spPr>
        <p:txBody>
          <a:bodyPr rtlCol="0" anchor="b"/>
          <a:lstStyle>
            <a:lvl1pPr>
              <a:defRPr lang="en-GB" sz="3200"/>
            </a:lvl1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0684" y="993775"/>
            <a:ext cx="6124703" cy="4873625"/>
          </a:xfrm>
        </p:spPr>
        <p:txBody>
          <a:bodyPr rtlCol="0"/>
          <a:lstStyle>
            <a:lvl1pPr marL="0" indent="0">
              <a:buNone/>
              <a:defRPr lang="en-GB" sz="3200"/>
            </a:lvl1pPr>
            <a:lvl2pPr marL="457200" indent="0">
              <a:buNone/>
              <a:defRPr lang="en-GB" sz="2800"/>
            </a:lvl2pPr>
            <a:lvl3pPr marL="914400" indent="0">
              <a:buNone/>
              <a:defRPr lang="en-GB" sz="2400"/>
            </a:lvl3pPr>
            <a:lvl4pPr marL="1371600" indent="0">
              <a:buNone/>
              <a:defRPr lang="en-GB" sz="2000"/>
            </a:lvl4pPr>
            <a:lvl5pPr marL="1828800" indent="0">
              <a:buNone/>
              <a:defRPr lang="en-GB" sz="2000"/>
            </a:lvl5pPr>
            <a:lvl6pPr marL="2286000" indent="0">
              <a:buNone/>
              <a:defRPr lang="en-GB" sz="2000"/>
            </a:lvl6pPr>
            <a:lvl7pPr marL="2743200" indent="0">
              <a:buNone/>
              <a:defRPr lang="en-GB" sz="2000"/>
            </a:lvl7pPr>
            <a:lvl8pPr marL="3200400" indent="0">
              <a:buNone/>
              <a:defRPr lang="en-GB" sz="2000"/>
            </a:lvl8pPr>
            <a:lvl9pPr marL="3657600" indent="0">
              <a:buNone/>
              <a:defRPr lang="en-GB" sz="2000"/>
            </a:lvl9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8448" y="2057400"/>
            <a:ext cx="3932237" cy="3811588"/>
          </a:xfrm>
        </p:spPr>
        <p:txBody>
          <a:bodyPr rtlCol="0"/>
          <a:lstStyle>
            <a:lvl1pPr marL="0" indent="0">
              <a:buNone/>
              <a:defRPr lang="en-GB" sz="1600"/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000"/>
            </a:lvl4pPr>
            <a:lvl5pPr marL="1828800" indent="0">
              <a:buNone/>
              <a:defRPr lang="en-GB" sz="1000"/>
            </a:lvl5pPr>
            <a:lvl6pPr marL="2286000" indent="0">
              <a:buNone/>
              <a:defRPr lang="en-GB" sz="1000"/>
            </a:lvl6pPr>
            <a:lvl7pPr marL="2743200" indent="0">
              <a:buNone/>
              <a:defRPr lang="en-GB" sz="1000"/>
            </a:lvl7pPr>
            <a:lvl8pPr marL="3200400" indent="0">
              <a:buNone/>
              <a:defRPr lang="en-GB" sz="1000"/>
            </a:lvl8pPr>
            <a:lvl9pPr marL="3657600" indent="0">
              <a:buNone/>
              <a:defRPr lang="en-GB" sz="10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70A4E-ED43-B5A1-F8FE-762E21A30A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4125545-56D8-5212-AA45-63F7C1DBF10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GB"/>
            </a:defPPr>
          </a:lstStyle>
          <a:p>
            <a:pPr rt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GB"/>
            </a:def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en-GB"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pPr rtl="0"/>
            <a:fld id="{75DF2D63-3FF5-D547-96B9-BE9CCD1ABA5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010F9766-B67A-A34E-2927-9A2D6360F7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242952" y="1451496"/>
            <a:ext cx="1784352" cy="18945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lang="en-GB" sz="1200" cap="all" spc="1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pPr rtl="0"/>
            <a:r>
              <a:rPr lang="en-GB"/>
              <a:t>presentation title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0A131BE-DFE5-28BE-2AF8-50ADF9AFDB94}"/>
              </a:ext>
            </a:extLst>
          </p:cNvPr>
          <p:cNvCxnSpPr>
            <a:cxnSpLocks/>
          </p:cNvCxnSpPr>
          <p:nvPr userDrawn="1"/>
        </p:nvCxnSpPr>
        <p:spPr>
          <a:xfrm>
            <a:off x="649224" y="2667000"/>
            <a:ext cx="0" cy="31242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53" r:id="rId12"/>
    <p:sldLayoutId id="2147483671" r:id="rId13"/>
    <p:sldLayoutId id="2147483672" r:id="rId14"/>
    <p:sldLayoutId id="2147483673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GB" sz="24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n-GB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kurJain305/emotiondetectio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emotiondetection-1-zbpi.onrender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121" y="2263515"/>
            <a:ext cx="10515600" cy="1838702"/>
          </a:xfrm>
        </p:spPr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dirty="0"/>
              <a:t>Emotion detection system 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7148"/>
            <a:ext cx="9144000" cy="1663908"/>
          </a:xfrm>
        </p:spPr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dirty="0"/>
              <a:t>Ankur jain​</a:t>
            </a:r>
          </a:p>
          <a:p>
            <a:pPr rtl="0"/>
            <a:r>
              <a:rPr lang="en-GB" dirty="0"/>
              <a:t>Department of </a:t>
            </a:r>
            <a:r>
              <a:rPr lang="en-GB" dirty="0" err="1"/>
              <a:t>ai&amp;ml</a:t>
            </a:r>
            <a:r>
              <a:rPr lang="en-GB" dirty="0"/>
              <a:t> </a:t>
            </a:r>
          </a:p>
          <a:p>
            <a:pPr rtl="0"/>
            <a:r>
              <a:rPr lang="en-GB" dirty="0"/>
              <a:t>Nims university Jaipur </a:t>
            </a:r>
            <a:r>
              <a:rPr lang="en-GB" dirty="0" err="1"/>
              <a:t>rajasthan</a:t>
            </a:r>
            <a:endParaRPr lang="en-GB" dirty="0"/>
          </a:p>
          <a:p>
            <a:pPr rt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9780" y="654048"/>
            <a:ext cx="7189033" cy="689098"/>
          </a:xfrm>
        </p:spPr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dirty="0"/>
              <a:t>Problem statement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EDB55-C0CF-1610-24F0-07462C63BCE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6DE2E-F5E3-8CAF-A5C3-E67C03F538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38CD2-9585-7E51-5359-D52935A77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685" y="1546224"/>
            <a:ext cx="10558630" cy="4360161"/>
          </a:xfrm>
        </p:spPr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cap="none" dirty="0">
                <a:latin typeface="Sitka Display" pitchFamily="2" charset="0"/>
              </a:rPr>
              <a:t>To design and deploy an </a:t>
            </a:r>
            <a:r>
              <a:rPr lang="en-GB" b="1" cap="none" dirty="0">
                <a:latin typeface="Sitka Display" pitchFamily="2" charset="0"/>
              </a:rPr>
              <a:t>offline-capable</a:t>
            </a:r>
            <a:r>
              <a:rPr lang="en-GB" cap="none" dirty="0">
                <a:latin typeface="Sitka Display" pitchFamily="2" charset="0"/>
              </a:rPr>
              <a:t> machine learning solution that can detect user emotion from </a:t>
            </a:r>
            <a:r>
              <a:rPr lang="en-GB" b="1" cap="none" dirty="0">
                <a:latin typeface="Sitka Display" pitchFamily="2" charset="0"/>
              </a:rPr>
              <a:t>text input</a:t>
            </a:r>
            <a:r>
              <a:rPr lang="en-GB" cap="none" dirty="0">
                <a:latin typeface="Sitka Display" pitchFamily="2" charset="0"/>
              </a:rPr>
              <a:t>, and optionally from </a:t>
            </a:r>
            <a:r>
              <a:rPr lang="en-GB" b="1" cap="none" dirty="0">
                <a:latin typeface="Sitka Display" pitchFamily="2" charset="0"/>
              </a:rPr>
              <a:t>voice input using whisper</a:t>
            </a:r>
            <a:r>
              <a:rPr lang="en-GB" cap="none" dirty="0">
                <a:latin typeface="Sitka Display" pitchFamily="2" charset="0"/>
              </a:rPr>
              <a:t>, without relying on external </a:t>
            </a:r>
            <a:r>
              <a:rPr lang="en-GB" cap="none" dirty="0" err="1">
                <a:latin typeface="Sitka Display" pitchFamily="2" charset="0"/>
              </a:rPr>
              <a:t>apis</a:t>
            </a:r>
            <a:r>
              <a:rPr lang="en-GB" cap="none" dirty="0">
                <a:latin typeface="Sitka Display" pitchFamily="2" charset="0"/>
              </a:rPr>
              <a:t>.</a:t>
            </a:r>
          </a:p>
          <a:p>
            <a:pPr>
              <a:buNone/>
            </a:pPr>
            <a:r>
              <a:rPr lang="en-GB" cap="none" dirty="0">
                <a:latin typeface="Sitka Display" pitchFamily="2" charset="0"/>
              </a:rPr>
              <a:t>This aligns with business needs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cap="none" dirty="0">
                <a:latin typeface="Sitka Display" pitchFamily="2" charset="0"/>
              </a:rPr>
              <a:t>Reducing dependency on third-party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cap="none" dirty="0">
                <a:latin typeface="Sitka Display" pitchFamily="2" charset="0"/>
              </a:rPr>
              <a:t>Ensuring </a:t>
            </a:r>
            <a:r>
              <a:rPr lang="en-GB" b="1" cap="none" dirty="0">
                <a:latin typeface="Sitka Display" pitchFamily="2" charset="0"/>
              </a:rPr>
              <a:t>privacy</a:t>
            </a:r>
            <a:r>
              <a:rPr lang="en-GB" cap="none" dirty="0">
                <a:latin typeface="Sitka Display" pitchFamily="2" charset="0"/>
              </a:rPr>
              <a:t> and </a:t>
            </a:r>
            <a:r>
              <a:rPr lang="en-GB" b="1" cap="none" dirty="0">
                <a:latin typeface="Sitka Display" pitchFamily="2" charset="0"/>
              </a:rPr>
              <a:t>speed</a:t>
            </a:r>
            <a:endParaRPr lang="en-GB" cap="none" dirty="0">
              <a:latin typeface="Sitka Display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cap="none" dirty="0">
                <a:latin typeface="Sitka Display" pitchFamily="2" charset="0"/>
              </a:rPr>
              <a:t>Laying the groundwork for smarter, emotionally aware systems</a:t>
            </a:r>
          </a:p>
          <a:p>
            <a:pPr rtl="0"/>
            <a:endParaRPr lang="en-GB" dirty="0">
              <a:latin typeface="Sitka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9856F-92A5-9936-EAA5-B01FC81B4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052" y="196848"/>
            <a:ext cx="10058400" cy="914400"/>
          </a:xfrm>
        </p:spPr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sz="4500" dirty="0"/>
              <a:t>approach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E31DF-7A65-925F-3A83-F62DFCE2A22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4DDCD-707A-A5D7-B2C6-B463856CE2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pPr rtl="0"/>
              <a:t>3</a:t>
            </a:fld>
            <a:endParaRPr lang="en-GB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93FCE26-B9B6-80CB-FBB0-43D73DF70A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77824" y="654048"/>
            <a:ext cx="10058400" cy="646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Here is the step by step plan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1.Understand the Data &amp; Define Labels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     a) Worked with a labeled dataset (emotion.csv) containing 6 emotion classes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     b) Ensured class balance and label consistency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b="1" dirty="0">
                <a:latin typeface="Sitka Display" pitchFamily="2" charset="0"/>
              </a:rPr>
              <a:t>2.Preprocessing and Feature Engineering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     a) Cleaned text using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neattext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Sitka Display" pitchFamily="2" charset="0"/>
              </a:rPr>
              <a:t>     b) Converted neat text into numerical form using TF-IDF Vectorization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3. Model Selection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Sitka Display" pitchFamily="2" charset="0"/>
              </a:rPr>
              <a:t>     a)Choose </a:t>
            </a:r>
            <a:r>
              <a:rPr lang="en-US" altLang="en-US" sz="1800" dirty="0" err="1">
                <a:latin typeface="Sitka Display" pitchFamily="2" charset="0"/>
              </a:rPr>
              <a:t>Mutlinomial</a:t>
            </a:r>
            <a:r>
              <a:rPr lang="en-US" altLang="en-US" sz="1800" dirty="0">
                <a:latin typeface="Sitka Display" pitchFamily="2" charset="0"/>
              </a:rPr>
              <a:t> Navie Bayes: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      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) Lightweight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Sitka Display" pitchFamily="2" charset="0"/>
              </a:rPr>
              <a:t>          ii) Interpretable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          iii) Efficient for text classification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b="1" dirty="0">
                <a:latin typeface="Sitka Display" pitchFamily="2" charset="0"/>
              </a:rPr>
              <a:t>4. Optional Speech Input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     a) Integrated OpenAI’s Whisper model for speech to text which will be running only locally.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b="1" dirty="0">
                <a:latin typeface="Sitka Display" pitchFamily="2" charset="0"/>
              </a:rPr>
              <a:t>5.Building the </a:t>
            </a:r>
            <a:r>
              <a:rPr lang="en-US" altLang="en-US" sz="1800" b="1" dirty="0" err="1">
                <a:latin typeface="Sitka Display" pitchFamily="2" charset="0"/>
              </a:rPr>
              <a:t>streamlit</a:t>
            </a:r>
            <a:r>
              <a:rPr lang="en-US" altLang="en-US" sz="1800" b="1" dirty="0">
                <a:latin typeface="Sitka Display" pitchFamily="2" charset="0"/>
              </a:rPr>
              <a:t> interface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     a) Used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 to create the UI which will take text on deployed site.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Sitka Display" pitchFamily="2" charset="0"/>
              </a:rPr>
              <a:t>     b) It will take text and speech both in local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6. Deployment &amp;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Sitka Display" pitchFamily="2" charset="0"/>
              </a:rPr>
              <a:t>     a) Deployed on Render without whisper for fast and scalable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     b) Local model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tesing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 included both text and voice input.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875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9D63F-F67D-B1A6-9772-28B26C23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262" y="268792"/>
            <a:ext cx="9829800" cy="914400"/>
          </a:xfrm>
        </p:spPr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dirty="0"/>
              <a:t>Solution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ADF85-A479-7797-B775-BEC73548423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73E4D-D096-DA02-6E8D-C161D57C29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pPr rtl="0"/>
              <a:t>4</a:t>
            </a:fld>
            <a:endParaRPr lang="en-GB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B382BCD-ED78-CFD4-E096-C3739C4F1C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3480" y="1172340"/>
            <a:ext cx="9845040" cy="5278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Final Architecture: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Text-Based Emotion Classifier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" pitchFamily="2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a)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Model:Multimodal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 Navie Bayes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" pitchFamily="2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b) Features: TF-IDF vectors of cleaned text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c) Output: One of 6 emotions –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Sadness, Joy, Love, Anger, Fear, Surprise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Local Whisper Integration (for testing only)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" pitchFamily="2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a) Translates audio to text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b) Enables future voice-based emotion detection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c) Disabled in deployed version due to server constraints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User Interface (Built with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Streamlit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" pitchFamily="2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a) Simple and intuitive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b) Supports: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Direct text input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Real-time prediction and feedback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Deployment on Render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Display" pitchFamily="2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a) Whisper excluded for performance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b) Text-only emotion detection hosted and live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c) Uses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Joblib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Display" pitchFamily="2" charset="0"/>
              </a:rPr>
              <a:t> for fast model loading</a:t>
            </a:r>
          </a:p>
        </p:txBody>
      </p:sp>
    </p:spTree>
    <p:extLst>
      <p:ext uri="{BB962C8B-B14F-4D97-AF65-F5344CB8AC3E}">
        <p14:creationId xmlns:p14="http://schemas.microsoft.com/office/powerpoint/2010/main" val="1239358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B7103A8-AEEA-50D3-BE61-CC85D24BD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2809" y="159894"/>
            <a:ext cx="9449774" cy="724525"/>
          </a:xfrm>
        </p:spPr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 sz="4000" dirty="0"/>
              <a:t>Results and evaluation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5BCABC-85E9-BA68-F054-2D7759224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978ADB-AD70-DE7C-4643-85C48AE127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75DF2D63-3FF5-D547-96B9-BE9CCD1ABA58}" type="slidenum">
              <a:rPr lang="en-GB" smtClean="0"/>
              <a:pPr rtl="0"/>
              <a:t>5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B68DFA-67C8-742E-218F-DDEC782EC00E}"/>
              </a:ext>
            </a:extLst>
          </p:cNvPr>
          <p:cNvSpPr txBox="1"/>
          <p:nvPr/>
        </p:nvSpPr>
        <p:spPr>
          <a:xfrm>
            <a:off x="1048824" y="942625"/>
            <a:ext cx="10094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itka Display" pitchFamily="2" charset="0"/>
              </a:rPr>
              <a:t>Evaluation Metrics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964B80C-B90B-BD7A-27A4-CB7AF095B4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071450"/>
              </p:ext>
            </p:extLst>
          </p:nvPr>
        </p:nvGraphicFramePr>
        <p:xfrm>
          <a:off x="1048824" y="1311956"/>
          <a:ext cx="9834035" cy="2560320"/>
        </p:xfrm>
        <a:graphic>
          <a:graphicData uri="http://schemas.openxmlformats.org/drawingml/2006/table">
            <a:tbl>
              <a:tblPr/>
              <a:tblGrid>
                <a:gridCol w="1966807">
                  <a:extLst>
                    <a:ext uri="{9D8B030D-6E8A-4147-A177-3AD203B41FA5}">
                      <a16:colId xmlns:a16="http://schemas.microsoft.com/office/drawing/2014/main" val="1743356673"/>
                    </a:ext>
                  </a:extLst>
                </a:gridCol>
                <a:gridCol w="1966807">
                  <a:extLst>
                    <a:ext uri="{9D8B030D-6E8A-4147-A177-3AD203B41FA5}">
                      <a16:colId xmlns:a16="http://schemas.microsoft.com/office/drawing/2014/main" val="2415875099"/>
                    </a:ext>
                  </a:extLst>
                </a:gridCol>
                <a:gridCol w="1966807">
                  <a:extLst>
                    <a:ext uri="{9D8B030D-6E8A-4147-A177-3AD203B41FA5}">
                      <a16:colId xmlns:a16="http://schemas.microsoft.com/office/drawing/2014/main" val="2954413751"/>
                    </a:ext>
                  </a:extLst>
                </a:gridCol>
                <a:gridCol w="1966807">
                  <a:extLst>
                    <a:ext uri="{9D8B030D-6E8A-4147-A177-3AD203B41FA5}">
                      <a16:colId xmlns:a16="http://schemas.microsoft.com/office/drawing/2014/main" val="2227147904"/>
                    </a:ext>
                  </a:extLst>
                </a:gridCol>
                <a:gridCol w="1966807">
                  <a:extLst>
                    <a:ext uri="{9D8B030D-6E8A-4147-A177-3AD203B41FA5}">
                      <a16:colId xmlns:a16="http://schemas.microsoft.com/office/drawing/2014/main" val="2532526301"/>
                    </a:ext>
                  </a:extLst>
                </a:gridCol>
              </a:tblGrid>
              <a:tr h="365072"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Emotion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F1-Score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8918463"/>
                  </a:ext>
                </a:extLst>
              </a:tr>
              <a:tr h="365072"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11,339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7665737"/>
                  </a:ext>
                </a:extLst>
              </a:tr>
              <a:tr h="365072"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9,376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206643"/>
                  </a:ext>
                </a:extLst>
              </a:tr>
              <a:tr h="365072"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28,247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357395"/>
                  </a:ext>
                </a:extLst>
              </a:tr>
              <a:tr h="365072"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6,853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2181231"/>
                  </a:ext>
                </a:extLst>
              </a:tr>
              <a:tr h="365072"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Sadness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24,504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637263"/>
                  </a:ext>
                </a:extLst>
              </a:tr>
              <a:tr h="365072"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Surprise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3,043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9863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7CDF9EA-C251-DC0B-750A-B18A3CF4E5E1}"/>
              </a:ext>
            </a:extLst>
          </p:cNvPr>
          <p:cNvSpPr txBox="1"/>
          <p:nvPr/>
        </p:nvSpPr>
        <p:spPr>
          <a:xfrm>
            <a:off x="1048824" y="4345715"/>
            <a:ext cx="95642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Sitka Display" pitchFamily="2" charset="0"/>
              </a:rPr>
              <a:t>Overall Performance:</a:t>
            </a:r>
          </a:p>
          <a:p>
            <a:pPr marL="342900" indent="-342900">
              <a:buAutoNum type="arabicPeriod"/>
            </a:pPr>
            <a:r>
              <a:rPr lang="en-GB" dirty="0">
                <a:latin typeface="Sitka Display" pitchFamily="2" charset="0"/>
              </a:rPr>
              <a:t>Accuracy : 87%</a:t>
            </a:r>
          </a:p>
          <a:p>
            <a:pPr marL="342900" indent="-342900">
              <a:buAutoNum type="arabicPeriod"/>
            </a:pPr>
            <a:r>
              <a:rPr lang="en-GB" dirty="0">
                <a:latin typeface="Sitka Display" pitchFamily="2" charset="0"/>
              </a:rPr>
              <a:t>Weighted </a:t>
            </a:r>
            <a:r>
              <a:rPr lang="en-GB" dirty="0" err="1">
                <a:latin typeface="Sitka Display" pitchFamily="2" charset="0"/>
              </a:rPr>
              <a:t>Avg</a:t>
            </a:r>
            <a:r>
              <a:rPr lang="en-GB" dirty="0">
                <a:latin typeface="Sitka Display" pitchFamily="2" charset="0"/>
              </a:rPr>
              <a:t> F1-score: 0.86</a:t>
            </a:r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GB" dirty="0"/>
          </a:p>
          <a:p>
            <a:r>
              <a:rPr lang="en-GB" dirty="0" err="1">
                <a:latin typeface="Sitka Display" pitchFamily="2" charset="0"/>
              </a:rPr>
              <a:t>Github</a:t>
            </a:r>
            <a:r>
              <a:rPr lang="en-GB" dirty="0">
                <a:latin typeface="Sitka Display" pitchFamily="2" charset="0"/>
              </a:rPr>
              <a:t> repo: </a:t>
            </a:r>
            <a:r>
              <a:rPr lang="en-GB" dirty="0">
                <a:latin typeface="Sitka Display" pitchFamily="2" charset="0"/>
                <a:hlinkClick r:id="rId3"/>
              </a:rPr>
              <a:t>https://github.com/AnkurJain305/emotiondetection</a:t>
            </a:r>
            <a:endParaRPr lang="en-GB" dirty="0">
              <a:latin typeface="Sitka Display" pitchFamily="2" charset="0"/>
            </a:endParaRPr>
          </a:p>
          <a:p>
            <a:r>
              <a:rPr lang="en-GB" dirty="0">
                <a:latin typeface="Sitka Display" pitchFamily="2" charset="0"/>
              </a:rPr>
              <a:t>Live Link : </a:t>
            </a:r>
            <a:r>
              <a:rPr lang="en-GB" dirty="0">
                <a:latin typeface="Sitka Display" pitchFamily="2" charset="0"/>
                <a:hlinkClick r:id="rId4"/>
              </a:rPr>
              <a:t>https://emotiondetection-1-zbpi.onrender.com</a:t>
            </a:r>
            <a:endParaRPr lang="en-GB" dirty="0">
              <a:latin typeface="Sitka Display" pitchFamily="2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420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White DNA structure">
            <a:extLst>
              <a:ext uri="{FF2B5EF4-FFF2-40B4-BE49-F238E27FC236}">
                <a16:creationId xmlns:a16="http://schemas.microsoft.com/office/drawing/2014/main" id="{6D8705D1-EA1F-3113-ABE0-EC474D1F18D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59763" y="0"/>
            <a:ext cx="12191999" cy="6858000"/>
          </a:xfrm>
        </p:spPr>
      </p:pic>
      <p:sp>
        <p:nvSpPr>
          <p:cNvPr id="19" name="Title 18">
            <a:extLst>
              <a:ext uri="{FF2B5EF4-FFF2-40B4-BE49-F238E27FC236}">
                <a16:creationId xmlns:a16="http://schemas.microsoft.com/office/drawing/2014/main" id="{1130D679-D78E-1F15-EC3D-4BED6D69B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Thank you </a:t>
            </a:r>
          </a:p>
        </p:txBody>
      </p:sp>
      <p:pic>
        <p:nvPicPr>
          <p:cNvPr id="22" name="Picture Placeholder 25" descr="Bacteria cultured in a petri dish for a laboratory or a scientific investigation">
            <a:extLst>
              <a:ext uri="{FF2B5EF4-FFF2-40B4-BE49-F238E27FC236}">
                <a16:creationId xmlns:a16="http://schemas.microsoft.com/office/drawing/2014/main" id="{862BA3D8-52E1-692C-F244-F7882DAD228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B8B6963-69FE-8A03-5E86-2BF855024B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5372698"/>
            <a:ext cx="9116568" cy="1101254"/>
          </a:xfrm>
        </p:spPr>
        <p:txBody>
          <a:bodyPr rtlCol="0"/>
          <a:lstStyle>
            <a:defPPr>
              <a:defRPr lang="en-GB"/>
            </a:defPPr>
          </a:lstStyle>
          <a:p>
            <a:pPr marL="0" indent="0" algn="ctr" rtl="0">
              <a:lnSpc>
                <a:spcPts val="2660"/>
              </a:lnSpc>
              <a:spcBef>
                <a:spcPts val="0"/>
              </a:spcBef>
              <a:buNone/>
            </a:pPr>
            <a:r>
              <a:rPr lang="en-GB" cap="none" dirty="0"/>
              <a:t>Ankur Jain</a:t>
            </a:r>
          </a:p>
          <a:p>
            <a:pPr marL="0" indent="0" algn="ctr" rtl="0">
              <a:lnSpc>
                <a:spcPts val="2660"/>
              </a:lnSpc>
              <a:spcBef>
                <a:spcPts val="0"/>
              </a:spcBef>
              <a:buNone/>
            </a:pPr>
            <a:r>
              <a:rPr lang="en-GB" sz="2000" cap="none" spc="0" dirty="0"/>
              <a:t>jankur168@gmail.com</a:t>
            </a:r>
          </a:p>
        </p:txBody>
      </p:sp>
    </p:spTree>
    <p:extLst>
      <p:ext uri="{BB962C8B-B14F-4D97-AF65-F5344CB8AC3E}">
        <p14:creationId xmlns:p14="http://schemas.microsoft.com/office/powerpoint/2010/main" val="3334127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8924191_TF67061901_Win32" id="{094AC7FD-BAB7-46CA-8E37-63065852EE84}" vid="{10285E95-D996-4EAB-A1C1-2E009DC7BBB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B2FABB-45EC-440E-B647-8CA57BA45A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9746342-5E84-430E-9251-61001F208E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E8B3377-22F1-4153-96F0-CC2E4BE41C5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{17DA04F8-168D-4A46-9486-8BAF13D2325F}tf67061901_win32</Template>
  <TotalTime>125</TotalTime>
  <Words>475</Words>
  <Application>Microsoft Office PowerPoint</Application>
  <PresentationFormat>Widescreen</PresentationFormat>
  <Paragraphs>107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Daytona Condensed Light</vt:lpstr>
      <vt:lpstr>Posterama</vt:lpstr>
      <vt:lpstr>Sitka Display</vt:lpstr>
      <vt:lpstr>Office Theme</vt:lpstr>
      <vt:lpstr>Emotion detection system </vt:lpstr>
      <vt:lpstr>Problem statement</vt:lpstr>
      <vt:lpstr>approach</vt:lpstr>
      <vt:lpstr>Solution</vt:lpstr>
      <vt:lpstr>Results and evaluation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Ankur Jain</dc:creator>
  <cp:lastModifiedBy>Ankur Jain</cp:lastModifiedBy>
  <cp:revision>3</cp:revision>
  <dcterms:created xsi:type="dcterms:W3CDTF">2025-05-09T04:48:20Z</dcterms:created>
  <dcterms:modified xsi:type="dcterms:W3CDTF">2025-05-09T07:58:23Z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